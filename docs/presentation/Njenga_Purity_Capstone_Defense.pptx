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20" autoAdjust="0"/>
  </p:normalViewPr>
  <p:slideViewPr>
    <p:cSldViewPr snapToGrid="0" snapToObjects="1">
      <p:cViewPr varScale="1">
        <p:scale>
          <a:sx n="100" d="100"/>
          <a:sy n="100" d="100"/>
        </p:scale>
        <p:origin x="191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ata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68F760-F136-4978-8B1B-520B17AB81F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65CBE67-66EF-47E5-83B4-3FD114927331}">
      <dgm:prSet/>
      <dgm:spPr/>
      <dgm:t>
        <a:bodyPr/>
        <a:lstStyle/>
        <a:p>
          <a:r>
            <a:rPr lang="en-US"/>
            <a:t>Background and Problem Statement</a:t>
          </a:r>
        </a:p>
      </dgm:t>
    </dgm:pt>
    <dgm:pt modelId="{96A9921D-B2C6-4535-B3FE-97E270D04CA1}" type="parTrans" cxnId="{D1ECC3A7-600B-490C-9B42-3B6CD5425463}">
      <dgm:prSet/>
      <dgm:spPr/>
      <dgm:t>
        <a:bodyPr/>
        <a:lstStyle/>
        <a:p>
          <a:endParaRPr lang="en-US"/>
        </a:p>
      </dgm:t>
    </dgm:pt>
    <dgm:pt modelId="{FCD03682-74E4-4AA5-B821-1340F05D8483}" type="sibTrans" cxnId="{D1ECC3A7-600B-490C-9B42-3B6CD5425463}">
      <dgm:prSet/>
      <dgm:spPr/>
      <dgm:t>
        <a:bodyPr/>
        <a:lstStyle/>
        <a:p>
          <a:endParaRPr lang="en-US"/>
        </a:p>
      </dgm:t>
    </dgm:pt>
    <dgm:pt modelId="{87855D01-A2F7-41BB-999F-A23A120B4189}">
      <dgm:prSet/>
      <dgm:spPr/>
      <dgm:t>
        <a:bodyPr/>
        <a:lstStyle/>
        <a:p>
          <a:r>
            <a:rPr lang="en-US"/>
            <a:t>Objectives and Scope</a:t>
          </a:r>
        </a:p>
      </dgm:t>
    </dgm:pt>
    <dgm:pt modelId="{A80E62E3-32C2-4615-B830-B80EAB2912EA}" type="parTrans" cxnId="{DEE30F78-9800-48DF-96BE-9CAF2D9FD73D}">
      <dgm:prSet/>
      <dgm:spPr/>
      <dgm:t>
        <a:bodyPr/>
        <a:lstStyle/>
        <a:p>
          <a:endParaRPr lang="en-US"/>
        </a:p>
      </dgm:t>
    </dgm:pt>
    <dgm:pt modelId="{E83AED43-8A69-44C0-AF93-4D047CFB278B}" type="sibTrans" cxnId="{DEE30F78-9800-48DF-96BE-9CAF2D9FD73D}">
      <dgm:prSet/>
      <dgm:spPr/>
      <dgm:t>
        <a:bodyPr/>
        <a:lstStyle/>
        <a:p>
          <a:endParaRPr lang="en-US"/>
        </a:p>
      </dgm:t>
    </dgm:pt>
    <dgm:pt modelId="{76536CE0-816D-458B-9D83-DA2C0186F705}">
      <dgm:prSet/>
      <dgm:spPr/>
      <dgm:t>
        <a:bodyPr/>
        <a:lstStyle/>
        <a:p>
          <a:r>
            <a:rPr lang="en-US"/>
            <a:t>System Architecture and Methodology</a:t>
          </a:r>
        </a:p>
      </dgm:t>
    </dgm:pt>
    <dgm:pt modelId="{61929C54-1099-4056-B600-CBFC560AA453}" type="parTrans" cxnId="{F862C4A7-0574-47ED-B862-5F77DA43D81A}">
      <dgm:prSet/>
      <dgm:spPr/>
      <dgm:t>
        <a:bodyPr/>
        <a:lstStyle/>
        <a:p>
          <a:endParaRPr lang="en-US"/>
        </a:p>
      </dgm:t>
    </dgm:pt>
    <dgm:pt modelId="{28571E60-3F81-401D-A50A-C13ABEDA4EF8}" type="sibTrans" cxnId="{F862C4A7-0574-47ED-B862-5F77DA43D81A}">
      <dgm:prSet/>
      <dgm:spPr/>
      <dgm:t>
        <a:bodyPr/>
        <a:lstStyle/>
        <a:p>
          <a:endParaRPr lang="en-US"/>
        </a:p>
      </dgm:t>
    </dgm:pt>
    <dgm:pt modelId="{69FAA0FD-1BF7-4199-8388-7C8BD3989D38}">
      <dgm:prSet/>
      <dgm:spPr/>
      <dgm:t>
        <a:bodyPr/>
        <a:lstStyle/>
        <a:p>
          <a:r>
            <a:rPr lang="en-US"/>
            <a:t>Implementation and Results</a:t>
          </a:r>
        </a:p>
      </dgm:t>
    </dgm:pt>
    <dgm:pt modelId="{607CC197-F354-4442-98BD-8C517352ADA6}" type="parTrans" cxnId="{193ED44D-0F95-44D5-BF0E-7208BEB2E07D}">
      <dgm:prSet/>
      <dgm:spPr/>
      <dgm:t>
        <a:bodyPr/>
        <a:lstStyle/>
        <a:p>
          <a:endParaRPr lang="en-US"/>
        </a:p>
      </dgm:t>
    </dgm:pt>
    <dgm:pt modelId="{708A6171-5D05-463B-B176-C0AA303DC77B}" type="sibTrans" cxnId="{193ED44D-0F95-44D5-BF0E-7208BEB2E07D}">
      <dgm:prSet/>
      <dgm:spPr/>
      <dgm:t>
        <a:bodyPr/>
        <a:lstStyle/>
        <a:p>
          <a:endParaRPr lang="en-US"/>
        </a:p>
      </dgm:t>
    </dgm:pt>
    <dgm:pt modelId="{D97D71C7-7F1C-4172-8D9F-EBC0E83851EB}">
      <dgm:prSet/>
      <dgm:spPr/>
      <dgm:t>
        <a:bodyPr/>
        <a:lstStyle/>
        <a:p>
          <a:r>
            <a:rPr lang="en-US"/>
            <a:t>Discussion and Limitations</a:t>
          </a:r>
        </a:p>
      </dgm:t>
    </dgm:pt>
    <dgm:pt modelId="{EB1CB98D-44A4-4B44-B5B4-AACE660A52DB}" type="parTrans" cxnId="{A902D4DB-7DCF-478E-927B-8980C6133A41}">
      <dgm:prSet/>
      <dgm:spPr/>
      <dgm:t>
        <a:bodyPr/>
        <a:lstStyle/>
        <a:p>
          <a:endParaRPr lang="en-US"/>
        </a:p>
      </dgm:t>
    </dgm:pt>
    <dgm:pt modelId="{D0995499-A8BF-47F7-B511-DAE249CF551C}" type="sibTrans" cxnId="{A902D4DB-7DCF-478E-927B-8980C6133A41}">
      <dgm:prSet/>
      <dgm:spPr/>
      <dgm:t>
        <a:bodyPr/>
        <a:lstStyle/>
        <a:p>
          <a:endParaRPr lang="en-US"/>
        </a:p>
      </dgm:t>
    </dgm:pt>
    <dgm:pt modelId="{BCF23854-98F4-46FD-81AA-7D133145BE00}">
      <dgm:prSet/>
      <dgm:spPr/>
      <dgm:t>
        <a:bodyPr/>
        <a:lstStyle/>
        <a:p>
          <a:r>
            <a:rPr lang="en-US"/>
            <a:t>Conclusions and Future Work</a:t>
          </a:r>
        </a:p>
      </dgm:t>
    </dgm:pt>
    <dgm:pt modelId="{ED9F9DBF-65AB-4A9E-88DC-A6E862BC1658}" type="parTrans" cxnId="{1DBDCA17-7425-40BC-B523-7BADF2E2B335}">
      <dgm:prSet/>
      <dgm:spPr/>
      <dgm:t>
        <a:bodyPr/>
        <a:lstStyle/>
        <a:p>
          <a:endParaRPr lang="en-US"/>
        </a:p>
      </dgm:t>
    </dgm:pt>
    <dgm:pt modelId="{35331511-8299-4326-9CC4-C7F61E63A599}" type="sibTrans" cxnId="{1DBDCA17-7425-40BC-B523-7BADF2E2B335}">
      <dgm:prSet/>
      <dgm:spPr/>
      <dgm:t>
        <a:bodyPr/>
        <a:lstStyle/>
        <a:p>
          <a:endParaRPr lang="en-US"/>
        </a:p>
      </dgm:t>
    </dgm:pt>
    <dgm:pt modelId="{48FC36CA-DA53-4B7B-9181-6D2CBB3FED9D}" type="pres">
      <dgm:prSet presAssocID="{2068F760-F136-4978-8B1B-520B17AB81F6}" presName="root" presStyleCnt="0">
        <dgm:presLayoutVars>
          <dgm:dir/>
          <dgm:resizeHandles val="exact"/>
        </dgm:presLayoutVars>
      </dgm:prSet>
      <dgm:spPr/>
    </dgm:pt>
    <dgm:pt modelId="{90719C62-0D9D-4189-AB2D-80BD1ABEE5A9}" type="pres">
      <dgm:prSet presAssocID="{D65CBE67-66EF-47E5-83B4-3FD114927331}" presName="compNode" presStyleCnt="0"/>
      <dgm:spPr/>
    </dgm:pt>
    <dgm:pt modelId="{D3AD86E4-1455-46E8-9425-CD8FFF8342AF}" type="pres">
      <dgm:prSet presAssocID="{D65CBE67-66EF-47E5-83B4-3FD114927331}" presName="bgRect" presStyleLbl="bgShp" presStyleIdx="0" presStyleCnt="6"/>
      <dgm:spPr/>
    </dgm:pt>
    <dgm:pt modelId="{0356A4F1-C5C6-440B-9DED-5AE8816ADD3E}" type="pres">
      <dgm:prSet presAssocID="{D65CBE67-66EF-47E5-83B4-3FD114927331}"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48DEBDE7-3C92-443D-B95E-D55E6840AE5C}" type="pres">
      <dgm:prSet presAssocID="{D65CBE67-66EF-47E5-83B4-3FD114927331}" presName="spaceRect" presStyleCnt="0"/>
      <dgm:spPr/>
    </dgm:pt>
    <dgm:pt modelId="{1540E424-13FC-40F8-8F30-CB41FD5E89C3}" type="pres">
      <dgm:prSet presAssocID="{D65CBE67-66EF-47E5-83B4-3FD114927331}" presName="parTx" presStyleLbl="revTx" presStyleIdx="0" presStyleCnt="6">
        <dgm:presLayoutVars>
          <dgm:chMax val="0"/>
          <dgm:chPref val="0"/>
        </dgm:presLayoutVars>
      </dgm:prSet>
      <dgm:spPr/>
    </dgm:pt>
    <dgm:pt modelId="{6D02F022-0CA4-44DB-B5A7-32CAB078F4A4}" type="pres">
      <dgm:prSet presAssocID="{FCD03682-74E4-4AA5-B821-1340F05D8483}" presName="sibTrans" presStyleCnt="0"/>
      <dgm:spPr/>
    </dgm:pt>
    <dgm:pt modelId="{8F453FBB-4862-4AFF-B4FF-500414740D8F}" type="pres">
      <dgm:prSet presAssocID="{87855D01-A2F7-41BB-999F-A23A120B4189}" presName="compNode" presStyleCnt="0"/>
      <dgm:spPr/>
    </dgm:pt>
    <dgm:pt modelId="{72BAC9DC-6891-4D97-A167-6B6F1BBBE9DA}" type="pres">
      <dgm:prSet presAssocID="{87855D01-A2F7-41BB-999F-A23A120B4189}" presName="bgRect" presStyleLbl="bgShp" presStyleIdx="1" presStyleCnt="6"/>
      <dgm:spPr/>
    </dgm:pt>
    <dgm:pt modelId="{705D0684-AFE4-4B7F-99C8-576923276263}" type="pres">
      <dgm:prSet presAssocID="{87855D01-A2F7-41BB-999F-A23A120B4189}"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405D31CF-523A-4444-ACEE-82A606F02884}" type="pres">
      <dgm:prSet presAssocID="{87855D01-A2F7-41BB-999F-A23A120B4189}" presName="spaceRect" presStyleCnt="0"/>
      <dgm:spPr/>
    </dgm:pt>
    <dgm:pt modelId="{DD592740-6447-42E0-912B-3E399FBDD7E5}" type="pres">
      <dgm:prSet presAssocID="{87855D01-A2F7-41BB-999F-A23A120B4189}" presName="parTx" presStyleLbl="revTx" presStyleIdx="1" presStyleCnt="6">
        <dgm:presLayoutVars>
          <dgm:chMax val="0"/>
          <dgm:chPref val="0"/>
        </dgm:presLayoutVars>
      </dgm:prSet>
      <dgm:spPr/>
    </dgm:pt>
    <dgm:pt modelId="{35D07350-5D2E-49CD-A5B8-404F13096409}" type="pres">
      <dgm:prSet presAssocID="{E83AED43-8A69-44C0-AF93-4D047CFB278B}" presName="sibTrans" presStyleCnt="0"/>
      <dgm:spPr/>
    </dgm:pt>
    <dgm:pt modelId="{3B15EFAC-0669-477E-B7B8-E89EB0F0B53F}" type="pres">
      <dgm:prSet presAssocID="{76536CE0-816D-458B-9D83-DA2C0186F705}" presName="compNode" presStyleCnt="0"/>
      <dgm:spPr/>
    </dgm:pt>
    <dgm:pt modelId="{EC8D8EB9-474C-4CF2-AC2F-02C9B86896B2}" type="pres">
      <dgm:prSet presAssocID="{76536CE0-816D-458B-9D83-DA2C0186F705}" presName="bgRect" presStyleLbl="bgShp" presStyleIdx="2" presStyleCnt="6"/>
      <dgm:spPr/>
    </dgm:pt>
    <dgm:pt modelId="{C6450374-3E4F-4A5E-BE7A-2B0B903D6809}" type="pres">
      <dgm:prSet presAssocID="{76536CE0-816D-458B-9D83-DA2C0186F705}"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tabase"/>
        </a:ext>
      </dgm:extLst>
    </dgm:pt>
    <dgm:pt modelId="{745DC300-7010-4B34-A010-766A99C1984B}" type="pres">
      <dgm:prSet presAssocID="{76536CE0-816D-458B-9D83-DA2C0186F705}" presName="spaceRect" presStyleCnt="0"/>
      <dgm:spPr/>
    </dgm:pt>
    <dgm:pt modelId="{B14718AA-6C6E-4D06-85CA-B8A5B9CCA7AD}" type="pres">
      <dgm:prSet presAssocID="{76536CE0-816D-458B-9D83-DA2C0186F705}" presName="parTx" presStyleLbl="revTx" presStyleIdx="2" presStyleCnt="6">
        <dgm:presLayoutVars>
          <dgm:chMax val="0"/>
          <dgm:chPref val="0"/>
        </dgm:presLayoutVars>
      </dgm:prSet>
      <dgm:spPr/>
    </dgm:pt>
    <dgm:pt modelId="{13E443C6-F1D1-400B-BC44-3D0340E765FA}" type="pres">
      <dgm:prSet presAssocID="{28571E60-3F81-401D-A50A-C13ABEDA4EF8}" presName="sibTrans" presStyleCnt="0"/>
      <dgm:spPr/>
    </dgm:pt>
    <dgm:pt modelId="{57C2322A-38D9-4E32-B8FD-0ABF544575F3}" type="pres">
      <dgm:prSet presAssocID="{69FAA0FD-1BF7-4199-8388-7C8BD3989D38}" presName="compNode" presStyleCnt="0"/>
      <dgm:spPr/>
    </dgm:pt>
    <dgm:pt modelId="{437DCABB-5FDA-4983-9468-C6D00A8120F2}" type="pres">
      <dgm:prSet presAssocID="{69FAA0FD-1BF7-4199-8388-7C8BD3989D38}" presName="bgRect" presStyleLbl="bgShp" presStyleIdx="3" presStyleCnt="6"/>
      <dgm:spPr/>
    </dgm:pt>
    <dgm:pt modelId="{CE8B8708-E493-43F0-AC76-7C1406D0AED5}" type="pres">
      <dgm:prSet presAssocID="{69FAA0FD-1BF7-4199-8388-7C8BD3989D38}"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E5217634-500F-4FBA-90D3-6ED02F66E9B9}" type="pres">
      <dgm:prSet presAssocID="{69FAA0FD-1BF7-4199-8388-7C8BD3989D38}" presName="spaceRect" presStyleCnt="0"/>
      <dgm:spPr/>
    </dgm:pt>
    <dgm:pt modelId="{36839EF6-F0A1-4448-AA95-A256ED5B4C68}" type="pres">
      <dgm:prSet presAssocID="{69FAA0FD-1BF7-4199-8388-7C8BD3989D38}" presName="parTx" presStyleLbl="revTx" presStyleIdx="3" presStyleCnt="6">
        <dgm:presLayoutVars>
          <dgm:chMax val="0"/>
          <dgm:chPref val="0"/>
        </dgm:presLayoutVars>
      </dgm:prSet>
      <dgm:spPr/>
    </dgm:pt>
    <dgm:pt modelId="{34CB0A38-068E-4A78-B2B9-73BA688F00F5}" type="pres">
      <dgm:prSet presAssocID="{708A6171-5D05-463B-B176-C0AA303DC77B}" presName="sibTrans" presStyleCnt="0"/>
      <dgm:spPr/>
    </dgm:pt>
    <dgm:pt modelId="{BB8B3317-0F4F-4EE5-A231-FC1441FB3BB8}" type="pres">
      <dgm:prSet presAssocID="{D97D71C7-7F1C-4172-8D9F-EBC0E83851EB}" presName="compNode" presStyleCnt="0"/>
      <dgm:spPr/>
    </dgm:pt>
    <dgm:pt modelId="{E083524C-1568-42B6-8ACF-69640EEBE74D}" type="pres">
      <dgm:prSet presAssocID="{D97D71C7-7F1C-4172-8D9F-EBC0E83851EB}" presName="bgRect" presStyleLbl="bgShp" presStyleIdx="4" presStyleCnt="6"/>
      <dgm:spPr/>
    </dgm:pt>
    <dgm:pt modelId="{C735248F-C6C3-4760-9834-7BD82B0D7284}" type="pres">
      <dgm:prSet presAssocID="{D97D71C7-7F1C-4172-8D9F-EBC0E83851EB}"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at"/>
        </a:ext>
      </dgm:extLst>
    </dgm:pt>
    <dgm:pt modelId="{25CC840E-82B7-464E-A51D-DA3A179359FF}" type="pres">
      <dgm:prSet presAssocID="{D97D71C7-7F1C-4172-8D9F-EBC0E83851EB}" presName="spaceRect" presStyleCnt="0"/>
      <dgm:spPr/>
    </dgm:pt>
    <dgm:pt modelId="{BE2C2504-5987-43A9-A8CA-6E2C2A37D4BB}" type="pres">
      <dgm:prSet presAssocID="{D97D71C7-7F1C-4172-8D9F-EBC0E83851EB}" presName="parTx" presStyleLbl="revTx" presStyleIdx="4" presStyleCnt="6">
        <dgm:presLayoutVars>
          <dgm:chMax val="0"/>
          <dgm:chPref val="0"/>
        </dgm:presLayoutVars>
      </dgm:prSet>
      <dgm:spPr/>
    </dgm:pt>
    <dgm:pt modelId="{A51A8611-F9B9-4250-ADA1-F3FC58EF4775}" type="pres">
      <dgm:prSet presAssocID="{D0995499-A8BF-47F7-B511-DAE249CF551C}" presName="sibTrans" presStyleCnt="0"/>
      <dgm:spPr/>
    </dgm:pt>
    <dgm:pt modelId="{60A86F48-A885-41E6-827D-A2F3E3B974FE}" type="pres">
      <dgm:prSet presAssocID="{BCF23854-98F4-46FD-81AA-7D133145BE00}" presName="compNode" presStyleCnt="0"/>
      <dgm:spPr/>
    </dgm:pt>
    <dgm:pt modelId="{99E97DDE-8B45-4EAB-B54C-957FCB32D9BF}" type="pres">
      <dgm:prSet presAssocID="{BCF23854-98F4-46FD-81AA-7D133145BE00}" presName="bgRect" presStyleLbl="bgShp" presStyleIdx="5" presStyleCnt="6"/>
      <dgm:spPr/>
    </dgm:pt>
    <dgm:pt modelId="{7A86CB77-1DD1-46F8-BA54-2A4205A29A99}" type="pres">
      <dgm:prSet presAssocID="{BCF23854-98F4-46FD-81AA-7D133145BE00}"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4210AEF2-8388-41FD-A456-D9A690265CA6}" type="pres">
      <dgm:prSet presAssocID="{BCF23854-98F4-46FD-81AA-7D133145BE00}" presName="spaceRect" presStyleCnt="0"/>
      <dgm:spPr/>
    </dgm:pt>
    <dgm:pt modelId="{E316B9F2-5615-4C7E-A4B8-1E662527AD36}" type="pres">
      <dgm:prSet presAssocID="{BCF23854-98F4-46FD-81AA-7D133145BE00}" presName="parTx" presStyleLbl="revTx" presStyleIdx="5" presStyleCnt="6">
        <dgm:presLayoutVars>
          <dgm:chMax val="0"/>
          <dgm:chPref val="0"/>
        </dgm:presLayoutVars>
      </dgm:prSet>
      <dgm:spPr/>
    </dgm:pt>
  </dgm:ptLst>
  <dgm:cxnLst>
    <dgm:cxn modelId="{E5412D0E-4417-4BD2-BC63-8A0AB2E19F08}" type="presOf" srcId="{BCF23854-98F4-46FD-81AA-7D133145BE00}" destId="{E316B9F2-5615-4C7E-A4B8-1E662527AD36}" srcOrd="0" destOrd="0" presId="urn:microsoft.com/office/officeart/2018/2/layout/IconVerticalSolidList"/>
    <dgm:cxn modelId="{A8F1C713-2CE9-453D-A8A0-FF77513726EE}" type="presOf" srcId="{69FAA0FD-1BF7-4199-8388-7C8BD3989D38}" destId="{36839EF6-F0A1-4448-AA95-A256ED5B4C68}" srcOrd="0" destOrd="0" presId="urn:microsoft.com/office/officeart/2018/2/layout/IconVerticalSolidList"/>
    <dgm:cxn modelId="{1DBDCA17-7425-40BC-B523-7BADF2E2B335}" srcId="{2068F760-F136-4978-8B1B-520B17AB81F6}" destId="{BCF23854-98F4-46FD-81AA-7D133145BE00}" srcOrd="5" destOrd="0" parTransId="{ED9F9DBF-65AB-4A9E-88DC-A6E862BC1658}" sibTransId="{35331511-8299-4326-9CC4-C7F61E63A599}"/>
    <dgm:cxn modelId="{7507C32E-0190-42A3-B594-EE00C313382B}" type="presOf" srcId="{76536CE0-816D-458B-9D83-DA2C0186F705}" destId="{B14718AA-6C6E-4D06-85CA-B8A5B9CCA7AD}" srcOrd="0" destOrd="0" presId="urn:microsoft.com/office/officeart/2018/2/layout/IconVerticalSolidList"/>
    <dgm:cxn modelId="{9A71E839-44D5-4A6B-9C96-B0E6DD629BB5}" type="presOf" srcId="{87855D01-A2F7-41BB-999F-A23A120B4189}" destId="{DD592740-6447-42E0-912B-3E399FBDD7E5}" srcOrd="0" destOrd="0" presId="urn:microsoft.com/office/officeart/2018/2/layout/IconVerticalSolidList"/>
    <dgm:cxn modelId="{775DF34A-3496-4598-B6D4-2611E005814B}" type="presOf" srcId="{D97D71C7-7F1C-4172-8D9F-EBC0E83851EB}" destId="{BE2C2504-5987-43A9-A8CA-6E2C2A37D4BB}" srcOrd="0" destOrd="0" presId="urn:microsoft.com/office/officeart/2018/2/layout/IconVerticalSolidList"/>
    <dgm:cxn modelId="{193ED44D-0F95-44D5-BF0E-7208BEB2E07D}" srcId="{2068F760-F136-4978-8B1B-520B17AB81F6}" destId="{69FAA0FD-1BF7-4199-8388-7C8BD3989D38}" srcOrd="3" destOrd="0" parTransId="{607CC197-F354-4442-98BD-8C517352ADA6}" sibTransId="{708A6171-5D05-463B-B176-C0AA303DC77B}"/>
    <dgm:cxn modelId="{DEE30F78-9800-48DF-96BE-9CAF2D9FD73D}" srcId="{2068F760-F136-4978-8B1B-520B17AB81F6}" destId="{87855D01-A2F7-41BB-999F-A23A120B4189}" srcOrd="1" destOrd="0" parTransId="{A80E62E3-32C2-4615-B830-B80EAB2912EA}" sibTransId="{E83AED43-8A69-44C0-AF93-4D047CFB278B}"/>
    <dgm:cxn modelId="{6AC37D9A-1CFA-450C-9689-1943483163EA}" type="presOf" srcId="{D65CBE67-66EF-47E5-83B4-3FD114927331}" destId="{1540E424-13FC-40F8-8F30-CB41FD5E89C3}" srcOrd="0" destOrd="0" presId="urn:microsoft.com/office/officeart/2018/2/layout/IconVerticalSolidList"/>
    <dgm:cxn modelId="{4A17589C-98E0-439D-94DC-724E0B569321}" type="presOf" srcId="{2068F760-F136-4978-8B1B-520B17AB81F6}" destId="{48FC36CA-DA53-4B7B-9181-6D2CBB3FED9D}" srcOrd="0" destOrd="0" presId="urn:microsoft.com/office/officeart/2018/2/layout/IconVerticalSolidList"/>
    <dgm:cxn modelId="{D1ECC3A7-600B-490C-9B42-3B6CD5425463}" srcId="{2068F760-F136-4978-8B1B-520B17AB81F6}" destId="{D65CBE67-66EF-47E5-83B4-3FD114927331}" srcOrd="0" destOrd="0" parTransId="{96A9921D-B2C6-4535-B3FE-97E270D04CA1}" sibTransId="{FCD03682-74E4-4AA5-B821-1340F05D8483}"/>
    <dgm:cxn modelId="{F862C4A7-0574-47ED-B862-5F77DA43D81A}" srcId="{2068F760-F136-4978-8B1B-520B17AB81F6}" destId="{76536CE0-816D-458B-9D83-DA2C0186F705}" srcOrd="2" destOrd="0" parTransId="{61929C54-1099-4056-B600-CBFC560AA453}" sibTransId="{28571E60-3F81-401D-A50A-C13ABEDA4EF8}"/>
    <dgm:cxn modelId="{A902D4DB-7DCF-478E-927B-8980C6133A41}" srcId="{2068F760-F136-4978-8B1B-520B17AB81F6}" destId="{D97D71C7-7F1C-4172-8D9F-EBC0E83851EB}" srcOrd="4" destOrd="0" parTransId="{EB1CB98D-44A4-4B44-B5B4-AACE660A52DB}" sibTransId="{D0995499-A8BF-47F7-B511-DAE249CF551C}"/>
    <dgm:cxn modelId="{E3305DEE-2234-40EF-B881-8EF57EE1B629}" type="presParOf" srcId="{48FC36CA-DA53-4B7B-9181-6D2CBB3FED9D}" destId="{90719C62-0D9D-4189-AB2D-80BD1ABEE5A9}" srcOrd="0" destOrd="0" presId="urn:microsoft.com/office/officeart/2018/2/layout/IconVerticalSolidList"/>
    <dgm:cxn modelId="{F470F398-76CC-4913-9D44-3BD00E0F1718}" type="presParOf" srcId="{90719C62-0D9D-4189-AB2D-80BD1ABEE5A9}" destId="{D3AD86E4-1455-46E8-9425-CD8FFF8342AF}" srcOrd="0" destOrd="0" presId="urn:microsoft.com/office/officeart/2018/2/layout/IconVerticalSolidList"/>
    <dgm:cxn modelId="{EC13F27D-50B8-4F99-ACB3-010F16331796}" type="presParOf" srcId="{90719C62-0D9D-4189-AB2D-80BD1ABEE5A9}" destId="{0356A4F1-C5C6-440B-9DED-5AE8816ADD3E}" srcOrd="1" destOrd="0" presId="urn:microsoft.com/office/officeart/2018/2/layout/IconVerticalSolidList"/>
    <dgm:cxn modelId="{621D96E7-496B-43F9-B3C7-D2989150AF28}" type="presParOf" srcId="{90719C62-0D9D-4189-AB2D-80BD1ABEE5A9}" destId="{48DEBDE7-3C92-443D-B95E-D55E6840AE5C}" srcOrd="2" destOrd="0" presId="urn:microsoft.com/office/officeart/2018/2/layout/IconVerticalSolidList"/>
    <dgm:cxn modelId="{0DC3B57F-B9FC-49CD-B382-3698607129D2}" type="presParOf" srcId="{90719C62-0D9D-4189-AB2D-80BD1ABEE5A9}" destId="{1540E424-13FC-40F8-8F30-CB41FD5E89C3}" srcOrd="3" destOrd="0" presId="urn:microsoft.com/office/officeart/2018/2/layout/IconVerticalSolidList"/>
    <dgm:cxn modelId="{73D21BDF-1C15-4488-A502-481A2D69E01E}" type="presParOf" srcId="{48FC36CA-DA53-4B7B-9181-6D2CBB3FED9D}" destId="{6D02F022-0CA4-44DB-B5A7-32CAB078F4A4}" srcOrd="1" destOrd="0" presId="urn:microsoft.com/office/officeart/2018/2/layout/IconVerticalSolidList"/>
    <dgm:cxn modelId="{CA9A76BD-B103-40E8-A444-83374A6944D9}" type="presParOf" srcId="{48FC36CA-DA53-4B7B-9181-6D2CBB3FED9D}" destId="{8F453FBB-4862-4AFF-B4FF-500414740D8F}" srcOrd="2" destOrd="0" presId="urn:microsoft.com/office/officeart/2018/2/layout/IconVerticalSolidList"/>
    <dgm:cxn modelId="{772735A2-954A-40D5-B231-1EDE0AD6F25B}" type="presParOf" srcId="{8F453FBB-4862-4AFF-B4FF-500414740D8F}" destId="{72BAC9DC-6891-4D97-A167-6B6F1BBBE9DA}" srcOrd="0" destOrd="0" presId="urn:microsoft.com/office/officeart/2018/2/layout/IconVerticalSolidList"/>
    <dgm:cxn modelId="{0A9B4B5D-2A96-4D9C-9FE9-319CD1AFEF4F}" type="presParOf" srcId="{8F453FBB-4862-4AFF-B4FF-500414740D8F}" destId="{705D0684-AFE4-4B7F-99C8-576923276263}" srcOrd="1" destOrd="0" presId="urn:microsoft.com/office/officeart/2018/2/layout/IconVerticalSolidList"/>
    <dgm:cxn modelId="{92602700-3A11-4932-89F5-818DFD28DB33}" type="presParOf" srcId="{8F453FBB-4862-4AFF-B4FF-500414740D8F}" destId="{405D31CF-523A-4444-ACEE-82A606F02884}" srcOrd="2" destOrd="0" presId="urn:microsoft.com/office/officeart/2018/2/layout/IconVerticalSolidList"/>
    <dgm:cxn modelId="{4ED3D6DB-70C9-4950-A195-409E4FC89523}" type="presParOf" srcId="{8F453FBB-4862-4AFF-B4FF-500414740D8F}" destId="{DD592740-6447-42E0-912B-3E399FBDD7E5}" srcOrd="3" destOrd="0" presId="urn:microsoft.com/office/officeart/2018/2/layout/IconVerticalSolidList"/>
    <dgm:cxn modelId="{F4C9A4C2-16F2-44D4-8795-F5B199184C00}" type="presParOf" srcId="{48FC36CA-DA53-4B7B-9181-6D2CBB3FED9D}" destId="{35D07350-5D2E-49CD-A5B8-404F13096409}" srcOrd="3" destOrd="0" presId="urn:microsoft.com/office/officeart/2018/2/layout/IconVerticalSolidList"/>
    <dgm:cxn modelId="{22A55DC1-C9FB-4F7A-8DE8-3C81376FAB0C}" type="presParOf" srcId="{48FC36CA-DA53-4B7B-9181-6D2CBB3FED9D}" destId="{3B15EFAC-0669-477E-B7B8-E89EB0F0B53F}" srcOrd="4" destOrd="0" presId="urn:microsoft.com/office/officeart/2018/2/layout/IconVerticalSolidList"/>
    <dgm:cxn modelId="{B12ABD4D-5CF0-4C4A-9B52-2E64D298B619}" type="presParOf" srcId="{3B15EFAC-0669-477E-B7B8-E89EB0F0B53F}" destId="{EC8D8EB9-474C-4CF2-AC2F-02C9B86896B2}" srcOrd="0" destOrd="0" presId="urn:microsoft.com/office/officeart/2018/2/layout/IconVerticalSolidList"/>
    <dgm:cxn modelId="{5BE8FF17-94D4-47A9-86A2-D229CC7FA72B}" type="presParOf" srcId="{3B15EFAC-0669-477E-B7B8-E89EB0F0B53F}" destId="{C6450374-3E4F-4A5E-BE7A-2B0B903D6809}" srcOrd="1" destOrd="0" presId="urn:microsoft.com/office/officeart/2018/2/layout/IconVerticalSolidList"/>
    <dgm:cxn modelId="{F95C74E5-9490-4BA0-A7F8-B059EED57AD6}" type="presParOf" srcId="{3B15EFAC-0669-477E-B7B8-E89EB0F0B53F}" destId="{745DC300-7010-4B34-A010-766A99C1984B}" srcOrd="2" destOrd="0" presId="urn:microsoft.com/office/officeart/2018/2/layout/IconVerticalSolidList"/>
    <dgm:cxn modelId="{FC380E77-145D-46F0-B696-D5EE5EE66B8E}" type="presParOf" srcId="{3B15EFAC-0669-477E-B7B8-E89EB0F0B53F}" destId="{B14718AA-6C6E-4D06-85CA-B8A5B9CCA7AD}" srcOrd="3" destOrd="0" presId="urn:microsoft.com/office/officeart/2018/2/layout/IconVerticalSolidList"/>
    <dgm:cxn modelId="{2BC3016E-62D5-4842-9575-34A5C306E569}" type="presParOf" srcId="{48FC36CA-DA53-4B7B-9181-6D2CBB3FED9D}" destId="{13E443C6-F1D1-400B-BC44-3D0340E765FA}" srcOrd="5" destOrd="0" presId="urn:microsoft.com/office/officeart/2018/2/layout/IconVerticalSolidList"/>
    <dgm:cxn modelId="{C478CB9D-1AEC-4731-BA9C-5268D7FF7E87}" type="presParOf" srcId="{48FC36CA-DA53-4B7B-9181-6D2CBB3FED9D}" destId="{57C2322A-38D9-4E32-B8FD-0ABF544575F3}" srcOrd="6" destOrd="0" presId="urn:microsoft.com/office/officeart/2018/2/layout/IconVerticalSolidList"/>
    <dgm:cxn modelId="{69A5DBDF-D3F1-4FE6-A052-607D15E9E65F}" type="presParOf" srcId="{57C2322A-38D9-4E32-B8FD-0ABF544575F3}" destId="{437DCABB-5FDA-4983-9468-C6D00A8120F2}" srcOrd="0" destOrd="0" presId="urn:microsoft.com/office/officeart/2018/2/layout/IconVerticalSolidList"/>
    <dgm:cxn modelId="{C3CACC51-EC7A-4AC6-97E4-48F00D3833BD}" type="presParOf" srcId="{57C2322A-38D9-4E32-B8FD-0ABF544575F3}" destId="{CE8B8708-E493-43F0-AC76-7C1406D0AED5}" srcOrd="1" destOrd="0" presId="urn:microsoft.com/office/officeart/2018/2/layout/IconVerticalSolidList"/>
    <dgm:cxn modelId="{E3E68A75-1152-46C8-BAEB-C73C0E8C42B6}" type="presParOf" srcId="{57C2322A-38D9-4E32-B8FD-0ABF544575F3}" destId="{E5217634-500F-4FBA-90D3-6ED02F66E9B9}" srcOrd="2" destOrd="0" presId="urn:microsoft.com/office/officeart/2018/2/layout/IconVerticalSolidList"/>
    <dgm:cxn modelId="{A0595803-68B9-4ACA-A652-83B062A7DDAC}" type="presParOf" srcId="{57C2322A-38D9-4E32-B8FD-0ABF544575F3}" destId="{36839EF6-F0A1-4448-AA95-A256ED5B4C68}" srcOrd="3" destOrd="0" presId="urn:microsoft.com/office/officeart/2018/2/layout/IconVerticalSolidList"/>
    <dgm:cxn modelId="{FF9FB6B7-6C34-4636-AB0D-1DEFEAA2A525}" type="presParOf" srcId="{48FC36CA-DA53-4B7B-9181-6D2CBB3FED9D}" destId="{34CB0A38-068E-4A78-B2B9-73BA688F00F5}" srcOrd="7" destOrd="0" presId="urn:microsoft.com/office/officeart/2018/2/layout/IconVerticalSolidList"/>
    <dgm:cxn modelId="{09834597-9AA3-421E-9347-6C72D186FB58}" type="presParOf" srcId="{48FC36CA-DA53-4B7B-9181-6D2CBB3FED9D}" destId="{BB8B3317-0F4F-4EE5-A231-FC1441FB3BB8}" srcOrd="8" destOrd="0" presId="urn:microsoft.com/office/officeart/2018/2/layout/IconVerticalSolidList"/>
    <dgm:cxn modelId="{D2AF6044-D590-4A8D-83CE-15B0AE2CB933}" type="presParOf" srcId="{BB8B3317-0F4F-4EE5-A231-FC1441FB3BB8}" destId="{E083524C-1568-42B6-8ACF-69640EEBE74D}" srcOrd="0" destOrd="0" presId="urn:microsoft.com/office/officeart/2018/2/layout/IconVerticalSolidList"/>
    <dgm:cxn modelId="{2CE2A607-C7CE-4EF5-8266-46326E002952}" type="presParOf" srcId="{BB8B3317-0F4F-4EE5-A231-FC1441FB3BB8}" destId="{C735248F-C6C3-4760-9834-7BD82B0D7284}" srcOrd="1" destOrd="0" presId="urn:microsoft.com/office/officeart/2018/2/layout/IconVerticalSolidList"/>
    <dgm:cxn modelId="{189290E9-88C7-4138-AF18-2E940B030778}" type="presParOf" srcId="{BB8B3317-0F4F-4EE5-A231-FC1441FB3BB8}" destId="{25CC840E-82B7-464E-A51D-DA3A179359FF}" srcOrd="2" destOrd="0" presId="urn:microsoft.com/office/officeart/2018/2/layout/IconVerticalSolidList"/>
    <dgm:cxn modelId="{051DFD7E-1E12-40E5-9D5A-B4F553784B99}" type="presParOf" srcId="{BB8B3317-0F4F-4EE5-A231-FC1441FB3BB8}" destId="{BE2C2504-5987-43A9-A8CA-6E2C2A37D4BB}" srcOrd="3" destOrd="0" presId="urn:microsoft.com/office/officeart/2018/2/layout/IconVerticalSolidList"/>
    <dgm:cxn modelId="{B976C985-B070-4F16-8A5E-430F39C0DC87}" type="presParOf" srcId="{48FC36CA-DA53-4B7B-9181-6D2CBB3FED9D}" destId="{A51A8611-F9B9-4250-ADA1-F3FC58EF4775}" srcOrd="9" destOrd="0" presId="urn:microsoft.com/office/officeart/2018/2/layout/IconVerticalSolidList"/>
    <dgm:cxn modelId="{D9D04DD3-F484-4F40-A693-5E8D687DCF1B}" type="presParOf" srcId="{48FC36CA-DA53-4B7B-9181-6D2CBB3FED9D}" destId="{60A86F48-A885-41E6-827D-A2F3E3B974FE}" srcOrd="10" destOrd="0" presId="urn:microsoft.com/office/officeart/2018/2/layout/IconVerticalSolidList"/>
    <dgm:cxn modelId="{A08E44B0-7D29-4DED-8958-A9EF9D43BE86}" type="presParOf" srcId="{60A86F48-A885-41E6-827D-A2F3E3B974FE}" destId="{99E97DDE-8B45-4EAB-B54C-957FCB32D9BF}" srcOrd="0" destOrd="0" presId="urn:microsoft.com/office/officeart/2018/2/layout/IconVerticalSolidList"/>
    <dgm:cxn modelId="{D1594DFC-866D-4E4F-97C0-EC9B5E102809}" type="presParOf" srcId="{60A86F48-A885-41E6-827D-A2F3E3B974FE}" destId="{7A86CB77-1DD1-46F8-BA54-2A4205A29A99}" srcOrd="1" destOrd="0" presId="urn:microsoft.com/office/officeart/2018/2/layout/IconVerticalSolidList"/>
    <dgm:cxn modelId="{0524D9E9-95CE-4472-8F85-AD676EB54B1D}" type="presParOf" srcId="{60A86F48-A885-41E6-827D-A2F3E3B974FE}" destId="{4210AEF2-8388-41FD-A456-D9A690265CA6}" srcOrd="2" destOrd="0" presId="urn:microsoft.com/office/officeart/2018/2/layout/IconVerticalSolidList"/>
    <dgm:cxn modelId="{2D4D2A52-16BE-4433-A368-25564423E107}" type="presParOf" srcId="{60A86F48-A885-41E6-827D-A2F3E3B974FE}" destId="{E316B9F2-5615-4C7E-A4B8-1E662527AD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ABCCF0-082D-4631-A43E-8F8B11720C63}" type="doc">
      <dgm:prSet loTypeId="urn:microsoft.com/office/officeart/2005/8/layout/matrix3" loCatId="matrix" qsTypeId="urn:microsoft.com/office/officeart/2005/8/quickstyle/simple1" qsCatId="simple" csTypeId="urn:microsoft.com/office/officeart/2005/8/colors/colorful2" csCatId="colorful"/>
      <dgm:spPr/>
      <dgm:t>
        <a:bodyPr/>
        <a:lstStyle/>
        <a:p>
          <a:endParaRPr lang="en-US"/>
        </a:p>
      </dgm:t>
    </dgm:pt>
    <dgm:pt modelId="{BB7E1B3A-FB62-4457-8B13-76B0CE438DF1}">
      <dgm:prSet/>
      <dgm:spPr/>
      <dgm:t>
        <a:bodyPr/>
        <a:lstStyle/>
        <a:p>
          <a:r>
            <a:rPr lang="en-US"/>
            <a:t>Modern SOCs operate in complex, high-volume telemetry environments.</a:t>
          </a:r>
        </a:p>
      </dgm:t>
    </dgm:pt>
    <dgm:pt modelId="{8320A5F9-F872-464E-8AF7-91735635562E}" type="parTrans" cxnId="{15858E04-CFB2-402E-B5B4-607945BD91D7}">
      <dgm:prSet/>
      <dgm:spPr/>
      <dgm:t>
        <a:bodyPr/>
        <a:lstStyle/>
        <a:p>
          <a:endParaRPr lang="en-US"/>
        </a:p>
      </dgm:t>
    </dgm:pt>
    <dgm:pt modelId="{5BBCB021-F32F-40CF-A563-3A95A35F1AA5}" type="sibTrans" cxnId="{15858E04-CFB2-402E-B5B4-607945BD91D7}">
      <dgm:prSet/>
      <dgm:spPr/>
      <dgm:t>
        <a:bodyPr/>
        <a:lstStyle/>
        <a:p>
          <a:endParaRPr lang="en-US"/>
        </a:p>
      </dgm:t>
    </dgm:pt>
    <dgm:pt modelId="{619E89D1-C409-4F1E-B997-F4D5E8DB4514}">
      <dgm:prSet/>
      <dgm:spPr/>
      <dgm:t>
        <a:bodyPr/>
        <a:lstStyle/>
        <a:p>
          <a:r>
            <a:rPr lang="en-US"/>
            <a:t>Traditional SIEMs rely on static rules and signatures.</a:t>
          </a:r>
        </a:p>
      </dgm:t>
    </dgm:pt>
    <dgm:pt modelId="{9E997F52-B101-49A3-907B-A24B90C4981A}" type="parTrans" cxnId="{5A672628-CD4E-4855-82DC-702A47A7364B}">
      <dgm:prSet/>
      <dgm:spPr/>
      <dgm:t>
        <a:bodyPr/>
        <a:lstStyle/>
        <a:p>
          <a:endParaRPr lang="en-US"/>
        </a:p>
      </dgm:t>
    </dgm:pt>
    <dgm:pt modelId="{476BBF1B-2648-45BA-935D-93F0945E83A0}" type="sibTrans" cxnId="{5A672628-CD4E-4855-82DC-702A47A7364B}">
      <dgm:prSet/>
      <dgm:spPr/>
      <dgm:t>
        <a:bodyPr/>
        <a:lstStyle/>
        <a:p>
          <a:endParaRPr lang="en-US"/>
        </a:p>
      </dgm:t>
    </dgm:pt>
    <dgm:pt modelId="{A2F7F20B-6A67-4AAC-8A4B-22FBCAB8AFE7}">
      <dgm:prSet/>
      <dgm:spPr/>
      <dgm:t>
        <a:bodyPr/>
        <a:lstStyle/>
        <a:p>
          <a:r>
            <a:rPr lang="en-US"/>
            <a:t>Challenges: alert fatigue, delayed response, limited proactive threat hunting.</a:t>
          </a:r>
        </a:p>
      </dgm:t>
    </dgm:pt>
    <dgm:pt modelId="{34C7DE2E-E085-4EB1-A12C-36F7B905D756}" type="parTrans" cxnId="{E92D5445-B7B8-4E53-BF6D-A4732135DD14}">
      <dgm:prSet/>
      <dgm:spPr/>
      <dgm:t>
        <a:bodyPr/>
        <a:lstStyle/>
        <a:p>
          <a:endParaRPr lang="en-US"/>
        </a:p>
      </dgm:t>
    </dgm:pt>
    <dgm:pt modelId="{03D02385-45FD-4C9A-A7A0-2739424B82A0}" type="sibTrans" cxnId="{E92D5445-B7B8-4E53-BF6D-A4732135DD14}">
      <dgm:prSet/>
      <dgm:spPr/>
      <dgm:t>
        <a:bodyPr/>
        <a:lstStyle/>
        <a:p>
          <a:endParaRPr lang="en-US"/>
        </a:p>
      </dgm:t>
    </dgm:pt>
    <dgm:pt modelId="{849AD2DB-9955-4124-8217-E8D72176A279}">
      <dgm:prSet/>
      <dgm:spPr/>
      <dgm:t>
        <a:bodyPr/>
        <a:lstStyle/>
        <a:p>
          <a:r>
            <a:rPr lang="en-US"/>
            <a:t>Need for AI, explainability, and governance in SOC workflows.</a:t>
          </a:r>
        </a:p>
      </dgm:t>
    </dgm:pt>
    <dgm:pt modelId="{9379D0E7-1170-4BEA-A954-DB47989BC559}" type="parTrans" cxnId="{6A9CC82C-87EE-4A57-8C83-8E961F139D9B}">
      <dgm:prSet/>
      <dgm:spPr/>
      <dgm:t>
        <a:bodyPr/>
        <a:lstStyle/>
        <a:p>
          <a:endParaRPr lang="en-US"/>
        </a:p>
      </dgm:t>
    </dgm:pt>
    <dgm:pt modelId="{1D6F5F58-174D-4824-8597-B12243DAE478}" type="sibTrans" cxnId="{6A9CC82C-87EE-4A57-8C83-8E961F139D9B}">
      <dgm:prSet/>
      <dgm:spPr/>
      <dgm:t>
        <a:bodyPr/>
        <a:lstStyle/>
        <a:p>
          <a:endParaRPr lang="en-US"/>
        </a:p>
      </dgm:t>
    </dgm:pt>
    <dgm:pt modelId="{6FDC3397-9337-48EF-AB62-4ECD57857DEB}" type="pres">
      <dgm:prSet presAssocID="{96ABCCF0-082D-4631-A43E-8F8B11720C63}" presName="matrix" presStyleCnt="0">
        <dgm:presLayoutVars>
          <dgm:chMax val="1"/>
          <dgm:dir/>
          <dgm:resizeHandles val="exact"/>
        </dgm:presLayoutVars>
      </dgm:prSet>
      <dgm:spPr/>
    </dgm:pt>
    <dgm:pt modelId="{519F4078-3933-4E11-995B-0AE753416E17}" type="pres">
      <dgm:prSet presAssocID="{96ABCCF0-082D-4631-A43E-8F8B11720C63}" presName="diamond" presStyleLbl="bgShp" presStyleIdx="0" presStyleCnt="1"/>
      <dgm:spPr/>
    </dgm:pt>
    <dgm:pt modelId="{B69EA867-5C97-4C4D-BB61-B3B4F9F59381}" type="pres">
      <dgm:prSet presAssocID="{96ABCCF0-082D-4631-A43E-8F8B11720C63}" presName="quad1" presStyleLbl="node1" presStyleIdx="0" presStyleCnt="4">
        <dgm:presLayoutVars>
          <dgm:chMax val="0"/>
          <dgm:chPref val="0"/>
          <dgm:bulletEnabled val="1"/>
        </dgm:presLayoutVars>
      </dgm:prSet>
      <dgm:spPr/>
    </dgm:pt>
    <dgm:pt modelId="{B0E0EC66-9372-4A54-8110-2C35AA5C7B58}" type="pres">
      <dgm:prSet presAssocID="{96ABCCF0-082D-4631-A43E-8F8B11720C63}" presName="quad2" presStyleLbl="node1" presStyleIdx="1" presStyleCnt="4">
        <dgm:presLayoutVars>
          <dgm:chMax val="0"/>
          <dgm:chPref val="0"/>
          <dgm:bulletEnabled val="1"/>
        </dgm:presLayoutVars>
      </dgm:prSet>
      <dgm:spPr/>
    </dgm:pt>
    <dgm:pt modelId="{B1EA0033-AB05-46CD-BF71-48E7249FE935}" type="pres">
      <dgm:prSet presAssocID="{96ABCCF0-082D-4631-A43E-8F8B11720C63}" presName="quad3" presStyleLbl="node1" presStyleIdx="2" presStyleCnt="4">
        <dgm:presLayoutVars>
          <dgm:chMax val="0"/>
          <dgm:chPref val="0"/>
          <dgm:bulletEnabled val="1"/>
        </dgm:presLayoutVars>
      </dgm:prSet>
      <dgm:spPr/>
    </dgm:pt>
    <dgm:pt modelId="{B3FA2E83-530F-4D15-B732-0BD340BB698D}" type="pres">
      <dgm:prSet presAssocID="{96ABCCF0-082D-4631-A43E-8F8B11720C63}" presName="quad4" presStyleLbl="node1" presStyleIdx="3" presStyleCnt="4">
        <dgm:presLayoutVars>
          <dgm:chMax val="0"/>
          <dgm:chPref val="0"/>
          <dgm:bulletEnabled val="1"/>
        </dgm:presLayoutVars>
      </dgm:prSet>
      <dgm:spPr/>
    </dgm:pt>
  </dgm:ptLst>
  <dgm:cxnLst>
    <dgm:cxn modelId="{15858E04-CFB2-402E-B5B4-607945BD91D7}" srcId="{96ABCCF0-082D-4631-A43E-8F8B11720C63}" destId="{BB7E1B3A-FB62-4457-8B13-76B0CE438DF1}" srcOrd="0" destOrd="0" parTransId="{8320A5F9-F872-464E-8AF7-91735635562E}" sibTransId="{5BBCB021-F32F-40CF-A563-3A95A35F1AA5}"/>
    <dgm:cxn modelId="{5A672628-CD4E-4855-82DC-702A47A7364B}" srcId="{96ABCCF0-082D-4631-A43E-8F8B11720C63}" destId="{619E89D1-C409-4F1E-B997-F4D5E8DB4514}" srcOrd="1" destOrd="0" parTransId="{9E997F52-B101-49A3-907B-A24B90C4981A}" sibTransId="{476BBF1B-2648-45BA-935D-93F0945E83A0}"/>
    <dgm:cxn modelId="{6A9CC82C-87EE-4A57-8C83-8E961F139D9B}" srcId="{96ABCCF0-082D-4631-A43E-8F8B11720C63}" destId="{849AD2DB-9955-4124-8217-E8D72176A279}" srcOrd="3" destOrd="0" parTransId="{9379D0E7-1170-4BEA-A954-DB47989BC559}" sibTransId="{1D6F5F58-174D-4824-8597-B12243DAE478}"/>
    <dgm:cxn modelId="{5E378240-4E1D-48A4-890A-BE09D0C5DC30}" type="presOf" srcId="{849AD2DB-9955-4124-8217-E8D72176A279}" destId="{B3FA2E83-530F-4D15-B732-0BD340BB698D}" srcOrd="0" destOrd="0" presId="urn:microsoft.com/office/officeart/2005/8/layout/matrix3"/>
    <dgm:cxn modelId="{E92D5445-B7B8-4E53-BF6D-A4732135DD14}" srcId="{96ABCCF0-082D-4631-A43E-8F8B11720C63}" destId="{A2F7F20B-6A67-4AAC-8A4B-22FBCAB8AFE7}" srcOrd="2" destOrd="0" parTransId="{34C7DE2E-E085-4EB1-A12C-36F7B905D756}" sibTransId="{03D02385-45FD-4C9A-A7A0-2739424B82A0}"/>
    <dgm:cxn modelId="{3321B06C-123A-4124-B3AE-5908597E0C40}" type="presOf" srcId="{619E89D1-C409-4F1E-B997-F4D5E8DB4514}" destId="{B0E0EC66-9372-4A54-8110-2C35AA5C7B58}" srcOrd="0" destOrd="0" presId="urn:microsoft.com/office/officeart/2005/8/layout/matrix3"/>
    <dgm:cxn modelId="{C846929A-207B-4501-BE22-8516847DBA2F}" type="presOf" srcId="{96ABCCF0-082D-4631-A43E-8F8B11720C63}" destId="{6FDC3397-9337-48EF-AB62-4ECD57857DEB}" srcOrd="0" destOrd="0" presId="urn:microsoft.com/office/officeart/2005/8/layout/matrix3"/>
    <dgm:cxn modelId="{12EC3FD5-ABD2-4F15-B477-7859EF407347}" type="presOf" srcId="{A2F7F20B-6A67-4AAC-8A4B-22FBCAB8AFE7}" destId="{B1EA0033-AB05-46CD-BF71-48E7249FE935}" srcOrd="0" destOrd="0" presId="urn:microsoft.com/office/officeart/2005/8/layout/matrix3"/>
    <dgm:cxn modelId="{7AF90CE5-5254-4979-83D2-2D5AABB641BD}" type="presOf" srcId="{BB7E1B3A-FB62-4457-8B13-76B0CE438DF1}" destId="{B69EA867-5C97-4C4D-BB61-B3B4F9F59381}" srcOrd="0" destOrd="0" presId="urn:microsoft.com/office/officeart/2005/8/layout/matrix3"/>
    <dgm:cxn modelId="{197FED0D-AC6F-441E-B663-D1AF4936E209}" type="presParOf" srcId="{6FDC3397-9337-48EF-AB62-4ECD57857DEB}" destId="{519F4078-3933-4E11-995B-0AE753416E17}" srcOrd="0" destOrd="0" presId="urn:microsoft.com/office/officeart/2005/8/layout/matrix3"/>
    <dgm:cxn modelId="{49F8CE01-6BA3-4E80-953E-F23E719D406A}" type="presParOf" srcId="{6FDC3397-9337-48EF-AB62-4ECD57857DEB}" destId="{B69EA867-5C97-4C4D-BB61-B3B4F9F59381}" srcOrd="1" destOrd="0" presId="urn:microsoft.com/office/officeart/2005/8/layout/matrix3"/>
    <dgm:cxn modelId="{F6A7276D-05D8-4421-952C-11AD6C699FE5}" type="presParOf" srcId="{6FDC3397-9337-48EF-AB62-4ECD57857DEB}" destId="{B0E0EC66-9372-4A54-8110-2C35AA5C7B58}" srcOrd="2" destOrd="0" presId="urn:microsoft.com/office/officeart/2005/8/layout/matrix3"/>
    <dgm:cxn modelId="{5F0B079F-7A68-4524-99E6-8B5E6A419ECB}" type="presParOf" srcId="{6FDC3397-9337-48EF-AB62-4ECD57857DEB}" destId="{B1EA0033-AB05-46CD-BF71-48E7249FE935}" srcOrd="3" destOrd="0" presId="urn:microsoft.com/office/officeart/2005/8/layout/matrix3"/>
    <dgm:cxn modelId="{3FE18B4E-80A0-49DB-B53C-FE308A8EC807}" type="presParOf" srcId="{6FDC3397-9337-48EF-AB62-4ECD57857DEB}" destId="{B3FA2E83-530F-4D15-B732-0BD340BB698D}"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D8FD987-DA90-48AE-B594-02925CA298E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504F378-F678-4646-AF00-9A0B73F1D803}">
      <dgm:prSet/>
      <dgm:spPr/>
      <dgm:t>
        <a:bodyPr/>
        <a:lstStyle/>
        <a:p>
          <a:r>
            <a:rPr lang="en-US"/>
            <a:t>FastAPI used for high-performance API routing.</a:t>
          </a:r>
        </a:p>
      </dgm:t>
    </dgm:pt>
    <dgm:pt modelId="{FA589639-01D6-4037-8B2B-6E4A10458E08}" type="parTrans" cxnId="{EC4FE0C4-3BCF-47A9-A2F1-0900712BED87}">
      <dgm:prSet/>
      <dgm:spPr/>
      <dgm:t>
        <a:bodyPr/>
        <a:lstStyle/>
        <a:p>
          <a:endParaRPr lang="en-US"/>
        </a:p>
      </dgm:t>
    </dgm:pt>
    <dgm:pt modelId="{69CF3C7E-BA46-4D26-96D7-D299E0679AE3}" type="sibTrans" cxnId="{EC4FE0C4-3BCF-47A9-A2F1-0900712BED87}">
      <dgm:prSet/>
      <dgm:spPr/>
      <dgm:t>
        <a:bodyPr/>
        <a:lstStyle/>
        <a:p>
          <a:endParaRPr lang="en-US"/>
        </a:p>
      </dgm:t>
    </dgm:pt>
    <dgm:pt modelId="{3DEFAAC9-2E1B-4217-BBF9-0179F49A08AD}">
      <dgm:prSet/>
      <dgm:spPr/>
      <dgm:t>
        <a:bodyPr/>
        <a:lstStyle/>
        <a:p>
          <a:r>
            <a:rPr lang="en-US"/>
            <a:t>Endpoint: /process_logs receives log batches and triggers triage.</a:t>
          </a:r>
        </a:p>
      </dgm:t>
    </dgm:pt>
    <dgm:pt modelId="{47AA09F0-E5D7-45B6-85FB-6BAF949FFE46}" type="parTrans" cxnId="{A3572D22-65DB-49B0-80A4-9735FE995F6F}">
      <dgm:prSet/>
      <dgm:spPr/>
      <dgm:t>
        <a:bodyPr/>
        <a:lstStyle/>
        <a:p>
          <a:endParaRPr lang="en-US"/>
        </a:p>
      </dgm:t>
    </dgm:pt>
    <dgm:pt modelId="{74C5A66D-D15C-4FC0-BBBD-FCE9236A5102}" type="sibTrans" cxnId="{A3572D22-65DB-49B0-80A4-9735FE995F6F}">
      <dgm:prSet/>
      <dgm:spPr/>
      <dgm:t>
        <a:bodyPr/>
        <a:lstStyle/>
        <a:p>
          <a:endParaRPr lang="en-US"/>
        </a:p>
      </dgm:t>
    </dgm:pt>
    <dgm:pt modelId="{5BCD0A32-1E0D-4C8B-ADE4-C23841BD84A7}">
      <dgm:prSet/>
      <dgm:spPr/>
      <dgm:t>
        <a:bodyPr/>
        <a:lstStyle/>
        <a:p>
          <a:r>
            <a:rPr lang="en-US"/>
            <a:t>SQLite stores severity values, lookup results, timestamps, and governance actions.</a:t>
          </a:r>
        </a:p>
      </dgm:t>
    </dgm:pt>
    <dgm:pt modelId="{0362CD18-B41A-490D-AFD4-5BCA8A55D0C6}" type="parTrans" cxnId="{EC8CF201-F666-416E-BA72-5D63B7B3FC65}">
      <dgm:prSet/>
      <dgm:spPr/>
      <dgm:t>
        <a:bodyPr/>
        <a:lstStyle/>
        <a:p>
          <a:endParaRPr lang="en-US"/>
        </a:p>
      </dgm:t>
    </dgm:pt>
    <dgm:pt modelId="{C87B7D07-1249-402A-A539-50D984F3A9AB}" type="sibTrans" cxnId="{EC8CF201-F666-416E-BA72-5D63B7B3FC65}">
      <dgm:prSet/>
      <dgm:spPr/>
      <dgm:t>
        <a:bodyPr/>
        <a:lstStyle/>
        <a:p>
          <a:endParaRPr lang="en-US"/>
        </a:p>
      </dgm:t>
    </dgm:pt>
    <dgm:pt modelId="{BBCFE765-A7DD-460C-B45E-EAE68403248F}">
      <dgm:prSet/>
      <dgm:spPr/>
      <dgm:t>
        <a:bodyPr/>
        <a:lstStyle/>
        <a:p>
          <a:r>
            <a:rPr lang="en-US"/>
            <a:t>Modular design supports future ML and XAI integration.</a:t>
          </a:r>
        </a:p>
      </dgm:t>
    </dgm:pt>
    <dgm:pt modelId="{F0FC14B0-A040-45EF-87E1-913EE0CDBE7B}" type="parTrans" cxnId="{E15241AD-E6C4-4380-9C44-E2D581EE8806}">
      <dgm:prSet/>
      <dgm:spPr/>
      <dgm:t>
        <a:bodyPr/>
        <a:lstStyle/>
        <a:p>
          <a:endParaRPr lang="en-US"/>
        </a:p>
      </dgm:t>
    </dgm:pt>
    <dgm:pt modelId="{8382D692-7964-4DFD-B6A8-2C8955ABCB75}" type="sibTrans" cxnId="{E15241AD-E6C4-4380-9C44-E2D581EE8806}">
      <dgm:prSet/>
      <dgm:spPr/>
      <dgm:t>
        <a:bodyPr/>
        <a:lstStyle/>
        <a:p>
          <a:endParaRPr lang="en-US"/>
        </a:p>
      </dgm:t>
    </dgm:pt>
    <dgm:pt modelId="{B0F41944-645A-4C02-846A-6CB17DF6A16D}" type="pres">
      <dgm:prSet presAssocID="{CD8FD987-DA90-48AE-B594-02925CA298EF}" presName="root" presStyleCnt="0">
        <dgm:presLayoutVars>
          <dgm:dir/>
          <dgm:resizeHandles val="exact"/>
        </dgm:presLayoutVars>
      </dgm:prSet>
      <dgm:spPr/>
    </dgm:pt>
    <dgm:pt modelId="{76F6D259-4283-43B8-9D68-826600C3E96E}" type="pres">
      <dgm:prSet presAssocID="{7504F378-F678-4646-AF00-9A0B73F1D803}" presName="compNode" presStyleCnt="0"/>
      <dgm:spPr/>
    </dgm:pt>
    <dgm:pt modelId="{D2FA9699-4E43-4E2E-94CD-65982B51398C}" type="pres">
      <dgm:prSet presAssocID="{7504F378-F678-4646-AF00-9A0B73F1D803}" presName="bgRect" presStyleLbl="bgShp" presStyleIdx="0" presStyleCnt="4"/>
      <dgm:spPr/>
    </dgm:pt>
    <dgm:pt modelId="{C8A46FDE-0D2A-42C3-962F-E9D2DDD8603C}" type="pres">
      <dgm:prSet presAssocID="{7504F378-F678-4646-AF00-9A0B73F1D80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Network Diagram"/>
        </a:ext>
      </dgm:extLst>
    </dgm:pt>
    <dgm:pt modelId="{BFD00BEE-C419-4747-B44C-4A03BF760FC6}" type="pres">
      <dgm:prSet presAssocID="{7504F378-F678-4646-AF00-9A0B73F1D803}" presName="spaceRect" presStyleCnt="0"/>
      <dgm:spPr/>
    </dgm:pt>
    <dgm:pt modelId="{9525FB1D-4914-4893-80B4-0E81D8233F50}" type="pres">
      <dgm:prSet presAssocID="{7504F378-F678-4646-AF00-9A0B73F1D803}" presName="parTx" presStyleLbl="revTx" presStyleIdx="0" presStyleCnt="4">
        <dgm:presLayoutVars>
          <dgm:chMax val="0"/>
          <dgm:chPref val="0"/>
        </dgm:presLayoutVars>
      </dgm:prSet>
      <dgm:spPr/>
    </dgm:pt>
    <dgm:pt modelId="{C7F91486-9252-43A2-A27A-C369ABBE38C3}" type="pres">
      <dgm:prSet presAssocID="{69CF3C7E-BA46-4D26-96D7-D299E0679AE3}" presName="sibTrans" presStyleCnt="0"/>
      <dgm:spPr/>
    </dgm:pt>
    <dgm:pt modelId="{91FF05A8-F934-402B-8F95-E2341399524D}" type="pres">
      <dgm:prSet presAssocID="{3DEFAAC9-2E1B-4217-BBF9-0179F49A08AD}" presName="compNode" presStyleCnt="0"/>
      <dgm:spPr/>
    </dgm:pt>
    <dgm:pt modelId="{3FB555F1-0E38-4641-9F00-7E252929D324}" type="pres">
      <dgm:prSet presAssocID="{3DEFAAC9-2E1B-4217-BBF9-0179F49A08AD}" presName="bgRect" presStyleLbl="bgShp" presStyleIdx="1" presStyleCnt="4"/>
      <dgm:spPr/>
    </dgm:pt>
    <dgm:pt modelId="{CA2BCF32-C2E8-4008-A7E2-5C56D0BB1525}" type="pres">
      <dgm:prSet presAssocID="{3DEFAAC9-2E1B-4217-BBF9-0179F49A08A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998FB8C5-DD59-4474-AC09-D88240111390}" type="pres">
      <dgm:prSet presAssocID="{3DEFAAC9-2E1B-4217-BBF9-0179F49A08AD}" presName="spaceRect" presStyleCnt="0"/>
      <dgm:spPr/>
    </dgm:pt>
    <dgm:pt modelId="{9A8D22EB-D87F-4ADE-8091-0F9FCC52D6EA}" type="pres">
      <dgm:prSet presAssocID="{3DEFAAC9-2E1B-4217-BBF9-0179F49A08AD}" presName="parTx" presStyleLbl="revTx" presStyleIdx="1" presStyleCnt="4">
        <dgm:presLayoutVars>
          <dgm:chMax val="0"/>
          <dgm:chPref val="0"/>
        </dgm:presLayoutVars>
      </dgm:prSet>
      <dgm:spPr/>
    </dgm:pt>
    <dgm:pt modelId="{2562FD50-DCA0-4B6B-A1F8-54507B9C158D}" type="pres">
      <dgm:prSet presAssocID="{74C5A66D-D15C-4FC0-BBBD-FCE9236A5102}" presName="sibTrans" presStyleCnt="0"/>
      <dgm:spPr/>
    </dgm:pt>
    <dgm:pt modelId="{F62A7AD7-FA60-48C2-AF89-812E7B372F74}" type="pres">
      <dgm:prSet presAssocID="{5BCD0A32-1E0D-4C8B-ADE4-C23841BD84A7}" presName="compNode" presStyleCnt="0"/>
      <dgm:spPr/>
    </dgm:pt>
    <dgm:pt modelId="{79C779B6-6E2F-4133-BE36-9FF1EF69E258}" type="pres">
      <dgm:prSet presAssocID="{5BCD0A32-1E0D-4C8B-ADE4-C23841BD84A7}" presName="bgRect" presStyleLbl="bgShp" presStyleIdx="2" presStyleCnt="4"/>
      <dgm:spPr/>
    </dgm:pt>
    <dgm:pt modelId="{16E02873-2333-4088-87C7-879A5AF1E727}" type="pres">
      <dgm:prSet presAssocID="{5BCD0A32-1E0D-4C8B-ADE4-C23841BD84A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ecision chart"/>
        </a:ext>
      </dgm:extLst>
    </dgm:pt>
    <dgm:pt modelId="{FC05FFC2-372E-4E60-80E6-6313F424443D}" type="pres">
      <dgm:prSet presAssocID="{5BCD0A32-1E0D-4C8B-ADE4-C23841BD84A7}" presName="spaceRect" presStyleCnt="0"/>
      <dgm:spPr/>
    </dgm:pt>
    <dgm:pt modelId="{AAC2FA27-2621-41E5-B16C-B24BBD115DA7}" type="pres">
      <dgm:prSet presAssocID="{5BCD0A32-1E0D-4C8B-ADE4-C23841BD84A7}" presName="parTx" presStyleLbl="revTx" presStyleIdx="2" presStyleCnt="4">
        <dgm:presLayoutVars>
          <dgm:chMax val="0"/>
          <dgm:chPref val="0"/>
        </dgm:presLayoutVars>
      </dgm:prSet>
      <dgm:spPr/>
    </dgm:pt>
    <dgm:pt modelId="{9844230C-1420-48E6-AFAC-8AEC3DAAD0AB}" type="pres">
      <dgm:prSet presAssocID="{C87B7D07-1249-402A-A539-50D984F3A9AB}" presName="sibTrans" presStyleCnt="0"/>
      <dgm:spPr/>
    </dgm:pt>
    <dgm:pt modelId="{05BB237A-49A3-4F0C-97F1-A5AD536D4F7E}" type="pres">
      <dgm:prSet presAssocID="{BBCFE765-A7DD-460C-B45E-EAE68403248F}" presName="compNode" presStyleCnt="0"/>
      <dgm:spPr/>
    </dgm:pt>
    <dgm:pt modelId="{D324A617-5755-42D4-9D83-3870727A0A18}" type="pres">
      <dgm:prSet presAssocID="{BBCFE765-A7DD-460C-B45E-EAE68403248F}" presName="bgRect" presStyleLbl="bgShp" presStyleIdx="3" presStyleCnt="4"/>
      <dgm:spPr/>
    </dgm:pt>
    <dgm:pt modelId="{98DFF927-4688-4DAF-9323-777EE9E80B5E}" type="pres">
      <dgm:prSet presAssocID="{BBCFE765-A7DD-460C-B45E-EAE68403248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peat"/>
        </a:ext>
      </dgm:extLst>
    </dgm:pt>
    <dgm:pt modelId="{59E91319-23CD-4470-8488-882CE4A92128}" type="pres">
      <dgm:prSet presAssocID="{BBCFE765-A7DD-460C-B45E-EAE68403248F}" presName="spaceRect" presStyleCnt="0"/>
      <dgm:spPr/>
    </dgm:pt>
    <dgm:pt modelId="{C9A5E8D3-95B1-4EFE-BFDD-A24E860726B7}" type="pres">
      <dgm:prSet presAssocID="{BBCFE765-A7DD-460C-B45E-EAE68403248F}" presName="parTx" presStyleLbl="revTx" presStyleIdx="3" presStyleCnt="4">
        <dgm:presLayoutVars>
          <dgm:chMax val="0"/>
          <dgm:chPref val="0"/>
        </dgm:presLayoutVars>
      </dgm:prSet>
      <dgm:spPr/>
    </dgm:pt>
  </dgm:ptLst>
  <dgm:cxnLst>
    <dgm:cxn modelId="{EC8CF201-F666-416E-BA72-5D63B7B3FC65}" srcId="{CD8FD987-DA90-48AE-B594-02925CA298EF}" destId="{5BCD0A32-1E0D-4C8B-ADE4-C23841BD84A7}" srcOrd="2" destOrd="0" parTransId="{0362CD18-B41A-490D-AFD4-5BCA8A55D0C6}" sibTransId="{C87B7D07-1249-402A-A539-50D984F3A9AB}"/>
    <dgm:cxn modelId="{4BF14602-D797-4EB7-BAF3-E873DBAEB137}" type="presOf" srcId="{5BCD0A32-1E0D-4C8B-ADE4-C23841BD84A7}" destId="{AAC2FA27-2621-41E5-B16C-B24BBD115DA7}" srcOrd="0" destOrd="0" presId="urn:microsoft.com/office/officeart/2018/2/layout/IconVerticalSolidList"/>
    <dgm:cxn modelId="{A3572D22-65DB-49B0-80A4-9735FE995F6F}" srcId="{CD8FD987-DA90-48AE-B594-02925CA298EF}" destId="{3DEFAAC9-2E1B-4217-BBF9-0179F49A08AD}" srcOrd="1" destOrd="0" parTransId="{47AA09F0-E5D7-45B6-85FB-6BAF949FFE46}" sibTransId="{74C5A66D-D15C-4FC0-BBBD-FCE9236A5102}"/>
    <dgm:cxn modelId="{17F77822-11C0-40A0-AC9E-F7CAD57CF536}" type="presOf" srcId="{7504F378-F678-4646-AF00-9A0B73F1D803}" destId="{9525FB1D-4914-4893-80B4-0E81D8233F50}" srcOrd="0" destOrd="0" presId="urn:microsoft.com/office/officeart/2018/2/layout/IconVerticalSolidList"/>
    <dgm:cxn modelId="{E1D3C56F-343E-4D00-8148-9383EEBA2EB0}" type="presOf" srcId="{BBCFE765-A7DD-460C-B45E-EAE68403248F}" destId="{C9A5E8D3-95B1-4EFE-BFDD-A24E860726B7}" srcOrd="0" destOrd="0" presId="urn:microsoft.com/office/officeart/2018/2/layout/IconVerticalSolidList"/>
    <dgm:cxn modelId="{DDA43E97-B7DE-43BD-B3DC-43E1D0FE3344}" type="presOf" srcId="{3DEFAAC9-2E1B-4217-BBF9-0179F49A08AD}" destId="{9A8D22EB-D87F-4ADE-8091-0F9FCC52D6EA}" srcOrd="0" destOrd="0" presId="urn:microsoft.com/office/officeart/2018/2/layout/IconVerticalSolidList"/>
    <dgm:cxn modelId="{E15241AD-E6C4-4380-9C44-E2D581EE8806}" srcId="{CD8FD987-DA90-48AE-B594-02925CA298EF}" destId="{BBCFE765-A7DD-460C-B45E-EAE68403248F}" srcOrd="3" destOrd="0" parTransId="{F0FC14B0-A040-45EF-87E1-913EE0CDBE7B}" sibTransId="{8382D692-7964-4DFD-B6A8-2C8955ABCB75}"/>
    <dgm:cxn modelId="{EC4FE0C4-3BCF-47A9-A2F1-0900712BED87}" srcId="{CD8FD987-DA90-48AE-B594-02925CA298EF}" destId="{7504F378-F678-4646-AF00-9A0B73F1D803}" srcOrd="0" destOrd="0" parTransId="{FA589639-01D6-4037-8B2B-6E4A10458E08}" sibTransId="{69CF3C7E-BA46-4D26-96D7-D299E0679AE3}"/>
    <dgm:cxn modelId="{7C0CA1C9-AA79-4902-A15E-35ADC5014607}" type="presOf" srcId="{CD8FD987-DA90-48AE-B594-02925CA298EF}" destId="{B0F41944-645A-4C02-846A-6CB17DF6A16D}" srcOrd="0" destOrd="0" presId="urn:microsoft.com/office/officeart/2018/2/layout/IconVerticalSolidList"/>
    <dgm:cxn modelId="{290C4D24-D54E-450C-969B-4305AF06EA00}" type="presParOf" srcId="{B0F41944-645A-4C02-846A-6CB17DF6A16D}" destId="{76F6D259-4283-43B8-9D68-826600C3E96E}" srcOrd="0" destOrd="0" presId="urn:microsoft.com/office/officeart/2018/2/layout/IconVerticalSolidList"/>
    <dgm:cxn modelId="{446E7366-E0F5-45D8-8C08-C4E32A3B7168}" type="presParOf" srcId="{76F6D259-4283-43B8-9D68-826600C3E96E}" destId="{D2FA9699-4E43-4E2E-94CD-65982B51398C}" srcOrd="0" destOrd="0" presId="urn:microsoft.com/office/officeart/2018/2/layout/IconVerticalSolidList"/>
    <dgm:cxn modelId="{F4C0D37C-A1EC-4B54-9EC4-6E38758EE11C}" type="presParOf" srcId="{76F6D259-4283-43B8-9D68-826600C3E96E}" destId="{C8A46FDE-0D2A-42C3-962F-E9D2DDD8603C}" srcOrd="1" destOrd="0" presId="urn:microsoft.com/office/officeart/2018/2/layout/IconVerticalSolidList"/>
    <dgm:cxn modelId="{2EE60329-59A6-49AB-BB7D-97ECD1EFA4AC}" type="presParOf" srcId="{76F6D259-4283-43B8-9D68-826600C3E96E}" destId="{BFD00BEE-C419-4747-B44C-4A03BF760FC6}" srcOrd="2" destOrd="0" presId="urn:microsoft.com/office/officeart/2018/2/layout/IconVerticalSolidList"/>
    <dgm:cxn modelId="{27BFF912-3188-4E1A-8B19-F513A1DC4051}" type="presParOf" srcId="{76F6D259-4283-43B8-9D68-826600C3E96E}" destId="{9525FB1D-4914-4893-80B4-0E81D8233F50}" srcOrd="3" destOrd="0" presId="urn:microsoft.com/office/officeart/2018/2/layout/IconVerticalSolidList"/>
    <dgm:cxn modelId="{4E20BDEF-4B8D-4FA8-BE82-5AAA991C0489}" type="presParOf" srcId="{B0F41944-645A-4C02-846A-6CB17DF6A16D}" destId="{C7F91486-9252-43A2-A27A-C369ABBE38C3}" srcOrd="1" destOrd="0" presId="urn:microsoft.com/office/officeart/2018/2/layout/IconVerticalSolidList"/>
    <dgm:cxn modelId="{AA57A82E-5A19-4E10-859A-CB167ECF710C}" type="presParOf" srcId="{B0F41944-645A-4C02-846A-6CB17DF6A16D}" destId="{91FF05A8-F934-402B-8F95-E2341399524D}" srcOrd="2" destOrd="0" presId="urn:microsoft.com/office/officeart/2018/2/layout/IconVerticalSolidList"/>
    <dgm:cxn modelId="{3C3669CF-41DE-49B8-92C5-940C79850099}" type="presParOf" srcId="{91FF05A8-F934-402B-8F95-E2341399524D}" destId="{3FB555F1-0E38-4641-9F00-7E252929D324}" srcOrd="0" destOrd="0" presId="urn:microsoft.com/office/officeart/2018/2/layout/IconVerticalSolidList"/>
    <dgm:cxn modelId="{2B0DF01E-EA5A-46CC-9849-1958DC133C0E}" type="presParOf" srcId="{91FF05A8-F934-402B-8F95-E2341399524D}" destId="{CA2BCF32-C2E8-4008-A7E2-5C56D0BB1525}" srcOrd="1" destOrd="0" presId="urn:microsoft.com/office/officeart/2018/2/layout/IconVerticalSolidList"/>
    <dgm:cxn modelId="{37178B87-D0D9-4BB5-A2FB-984E13E9C738}" type="presParOf" srcId="{91FF05A8-F934-402B-8F95-E2341399524D}" destId="{998FB8C5-DD59-4474-AC09-D88240111390}" srcOrd="2" destOrd="0" presId="urn:microsoft.com/office/officeart/2018/2/layout/IconVerticalSolidList"/>
    <dgm:cxn modelId="{18067EAC-723A-4529-B32B-C8FCC3707ED2}" type="presParOf" srcId="{91FF05A8-F934-402B-8F95-E2341399524D}" destId="{9A8D22EB-D87F-4ADE-8091-0F9FCC52D6EA}" srcOrd="3" destOrd="0" presId="urn:microsoft.com/office/officeart/2018/2/layout/IconVerticalSolidList"/>
    <dgm:cxn modelId="{4D0C4032-0617-42C8-B68A-47E616635E4B}" type="presParOf" srcId="{B0F41944-645A-4C02-846A-6CB17DF6A16D}" destId="{2562FD50-DCA0-4B6B-A1F8-54507B9C158D}" srcOrd="3" destOrd="0" presId="urn:microsoft.com/office/officeart/2018/2/layout/IconVerticalSolidList"/>
    <dgm:cxn modelId="{6672F03B-0A76-4DB8-BBFE-464F4C2725CE}" type="presParOf" srcId="{B0F41944-645A-4C02-846A-6CB17DF6A16D}" destId="{F62A7AD7-FA60-48C2-AF89-812E7B372F74}" srcOrd="4" destOrd="0" presId="urn:microsoft.com/office/officeart/2018/2/layout/IconVerticalSolidList"/>
    <dgm:cxn modelId="{BCB4BF3F-44AA-4E91-8182-166D0F1037BA}" type="presParOf" srcId="{F62A7AD7-FA60-48C2-AF89-812E7B372F74}" destId="{79C779B6-6E2F-4133-BE36-9FF1EF69E258}" srcOrd="0" destOrd="0" presId="urn:microsoft.com/office/officeart/2018/2/layout/IconVerticalSolidList"/>
    <dgm:cxn modelId="{ADAB067D-62E6-424A-8A5A-7F03CD04B540}" type="presParOf" srcId="{F62A7AD7-FA60-48C2-AF89-812E7B372F74}" destId="{16E02873-2333-4088-87C7-879A5AF1E727}" srcOrd="1" destOrd="0" presId="urn:microsoft.com/office/officeart/2018/2/layout/IconVerticalSolidList"/>
    <dgm:cxn modelId="{C43773CF-686D-43D7-8382-A2E2DAF24244}" type="presParOf" srcId="{F62A7AD7-FA60-48C2-AF89-812E7B372F74}" destId="{FC05FFC2-372E-4E60-80E6-6313F424443D}" srcOrd="2" destOrd="0" presId="urn:microsoft.com/office/officeart/2018/2/layout/IconVerticalSolidList"/>
    <dgm:cxn modelId="{84810945-58D3-4249-8704-A89CDCFD6766}" type="presParOf" srcId="{F62A7AD7-FA60-48C2-AF89-812E7B372F74}" destId="{AAC2FA27-2621-41E5-B16C-B24BBD115DA7}" srcOrd="3" destOrd="0" presId="urn:microsoft.com/office/officeart/2018/2/layout/IconVerticalSolidList"/>
    <dgm:cxn modelId="{F011327F-6CE1-41CB-B800-94FDD91F11E9}" type="presParOf" srcId="{B0F41944-645A-4C02-846A-6CB17DF6A16D}" destId="{9844230C-1420-48E6-AFAC-8AEC3DAAD0AB}" srcOrd="5" destOrd="0" presId="urn:microsoft.com/office/officeart/2018/2/layout/IconVerticalSolidList"/>
    <dgm:cxn modelId="{4AAA4681-4BD0-4B71-8155-579D0313E114}" type="presParOf" srcId="{B0F41944-645A-4C02-846A-6CB17DF6A16D}" destId="{05BB237A-49A3-4F0C-97F1-A5AD536D4F7E}" srcOrd="6" destOrd="0" presId="urn:microsoft.com/office/officeart/2018/2/layout/IconVerticalSolidList"/>
    <dgm:cxn modelId="{35C42C5E-5247-4BDD-857A-45335EC41770}" type="presParOf" srcId="{05BB237A-49A3-4F0C-97F1-A5AD536D4F7E}" destId="{D324A617-5755-42D4-9D83-3870727A0A18}" srcOrd="0" destOrd="0" presId="urn:microsoft.com/office/officeart/2018/2/layout/IconVerticalSolidList"/>
    <dgm:cxn modelId="{DA89DEB5-8D21-47A5-A05B-56F3D14CD1E6}" type="presParOf" srcId="{05BB237A-49A3-4F0C-97F1-A5AD536D4F7E}" destId="{98DFF927-4688-4DAF-9323-777EE9E80B5E}" srcOrd="1" destOrd="0" presId="urn:microsoft.com/office/officeart/2018/2/layout/IconVerticalSolidList"/>
    <dgm:cxn modelId="{8FCFFD67-608B-48FE-A0B8-DE1CDDC745C2}" type="presParOf" srcId="{05BB237A-49A3-4F0C-97F1-A5AD536D4F7E}" destId="{59E91319-23CD-4470-8488-882CE4A92128}" srcOrd="2" destOrd="0" presId="urn:microsoft.com/office/officeart/2018/2/layout/IconVerticalSolidList"/>
    <dgm:cxn modelId="{E10E15B2-23E5-48C3-8EA2-1DAFFA4F497A}" type="presParOf" srcId="{05BB237A-49A3-4F0C-97F1-A5AD536D4F7E}" destId="{C9A5E8D3-95B1-4EFE-BFDD-A24E860726B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53CD464-825E-49FC-96CE-36A089FCFCD9}"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330064E6-6F41-4F3F-ACD2-2FC78883BA29}">
      <dgm:prSet/>
      <dgm:spPr/>
      <dgm:t>
        <a:bodyPr/>
        <a:lstStyle/>
        <a:p>
          <a:r>
            <a:rPr lang="en-US"/>
            <a:t>UI submits SOC logs via REST API.</a:t>
          </a:r>
        </a:p>
      </dgm:t>
    </dgm:pt>
    <dgm:pt modelId="{FAF0FE33-648F-4C77-A918-871D4C216C07}" type="parTrans" cxnId="{EC62D067-852C-4F76-9E91-12EAF0409913}">
      <dgm:prSet/>
      <dgm:spPr/>
      <dgm:t>
        <a:bodyPr/>
        <a:lstStyle/>
        <a:p>
          <a:endParaRPr lang="en-US"/>
        </a:p>
      </dgm:t>
    </dgm:pt>
    <dgm:pt modelId="{09A76066-9AA4-47D1-BC0E-8412A9079F28}" type="sibTrans" cxnId="{EC62D067-852C-4F76-9E91-12EAF0409913}">
      <dgm:prSet/>
      <dgm:spPr/>
      <dgm:t>
        <a:bodyPr/>
        <a:lstStyle/>
        <a:p>
          <a:endParaRPr lang="en-US"/>
        </a:p>
      </dgm:t>
    </dgm:pt>
    <dgm:pt modelId="{EE7057DD-2F11-4C27-A660-0E1BEA229BFE}">
      <dgm:prSet/>
      <dgm:spPr/>
      <dgm:t>
        <a:bodyPr/>
        <a:lstStyle/>
        <a:p>
          <a:r>
            <a:rPr lang="en-US"/>
            <a:t>Backend normalizes data, applies QuickSort and Binary Search.</a:t>
          </a:r>
        </a:p>
      </dgm:t>
    </dgm:pt>
    <dgm:pt modelId="{2B9FD550-83DF-4619-980A-5DA728BCC8ED}" type="parTrans" cxnId="{A5065B4D-6B83-4654-94BF-2253081D4E5B}">
      <dgm:prSet/>
      <dgm:spPr/>
      <dgm:t>
        <a:bodyPr/>
        <a:lstStyle/>
        <a:p>
          <a:endParaRPr lang="en-US"/>
        </a:p>
      </dgm:t>
    </dgm:pt>
    <dgm:pt modelId="{F9E3FD27-2B5A-4657-94D0-D1E780C7C8A4}" type="sibTrans" cxnId="{A5065B4D-6B83-4654-94BF-2253081D4E5B}">
      <dgm:prSet/>
      <dgm:spPr/>
      <dgm:t>
        <a:bodyPr/>
        <a:lstStyle/>
        <a:p>
          <a:endParaRPr lang="en-US"/>
        </a:p>
      </dgm:t>
    </dgm:pt>
    <dgm:pt modelId="{078B1959-D476-4394-A86D-C2B311E55764}">
      <dgm:prSet/>
      <dgm:spPr/>
      <dgm:t>
        <a:bodyPr/>
        <a:lstStyle/>
        <a:p>
          <a:r>
            <a:rPr lang="en-US"/>
            <a:t>Results persisted in SQLite and returned to UI.</a:t>
          </a:r>
        </a:p>
      </dgm:t>
    </dgm:pt>
    <dgm:pt modelId="{809FDAC4-36CA-4570-952C-4D90256469E4}" type="parTrans" cxnId="{70D56EC9-FCCE-4F17-838F-3B24FD3F4AB3}">
      <dgm:prSet/>
      <dgm:spPr/>
      <dgm:t>
        <a:bodyPr/>
        <a:lstStyle/>
        <a:p>
          <a:endParaRPr lang="en-US"/>
        </a:p>
      </dgm:t>
    </dgm:pt>
    <dgm:pt modelId="{9918BA01-2554-45ED-BEC6-80FF7B9BEAFC}" type="sibTrans" cxnId="{70D56EC9-FCCE-4F17-838F-3B24FD3F4AB3}">
      <dgm:prSet/>
      <dgm:spPr/>
      <dgm:t>
        <a:bodyPr/>
        <a:lstStyle/>
        <a:p>
          <a:endParaRPr lang="en-US"/>
        </a:p>
      </dgm:t>
    </dgm:pt>
    <dgm:pt modelId="{3EE8995D-A274-44D1-9F00-610AC2831343}">
      <dgm:prSet/>
      <dgm:spPr/>
      <dgm:t>
        <a:bodyPr/>
        <a:lstStyle/>
        <a:p>
          <a:r>
            <a:rPr lang="en-US"/>
            <a:t>End-to-end workflow demonstrates cohesive SOC operations.</a:t>
          </a:r>
        </a:p>
      </dgm:t>
    </dgm:pt>
    <dgm:pt modelId="{073EC40A-BA45-42C1-9041-1D3FB746E48F}" type="parTrans" cxnId="{61E91A39-042C-44E0-A688-9D6F0EE0A50B}">
      <dgm:prSet/>
      <dgm:spPr/>
      <dgm:t>
        <a:bodyPr/>
        <a:lstStyle/>
        <a:p>
          <a:endParaRPr lang="en-US"/>
        </a:p>
      </dgm:t>
    </dgm:pt>
    <dgm:pt modelId="{1C2CD445-1522-4A60-BEA3-79B2D5A1E486}" type="sibTrans" cxnId="{61E91A39-042C-44E0-A688-9D6F0EE0A50B}">
      <dgm:prSet/>
      <dgm:spPr/>
      <dgm:t>
        <a:bodyPr/>
        <a:lstStyle/>
        <a:p>
          <a:endParaRPr lang="en-US"/>
        </a:p>
      </dgm:t>
    </dgm:pt>
    <dgm:pt modelId="{9277A322-ABB2-44D9-847F-53626C235B40}" type="pres">
      <dgm:prSet presAssocID="{953CD464-825E-49FC-96CE-36A089FCFCD9}" presName="vert0" presStyleCnt="0">
        <dgm:presLayoutVars>
          <dgm:dir/>
          <dgm:animOne val="branch"/>
          <dgm:animLvl val="lvl"/>
        </dgm:presLayoutVars>
      </dgm:prSet>
      <dgm:spPr/>
    </dgm:pt>
    <dgm:pt modelId="{C2E09FF8-0955-49AC-998B-1540AA219E23}" type="pres">
      <dgm:prSet presAssocID="{330064E6-6F41-4F3F-ACD2-2FC78883BA29}" presName="thickLine" presStyleLbl="alignNode1" presStyleIdx="0" presStyleCnt="4"/>
      <dgm:spPr/>
    </dgm:pt>
    <dgm:pt modelId="{47B0A1CB-33D7-4120-BF01-7679909EA72C}" type="pres">
      <dgm:prSet presAssocID="{330064E6-6F41-4F3F-ACD2-2FC78883BA29}" presName="horz1" presStyleCnt="0"/>
      <dgm:spPr/>
    </dgm:pt>
    <dgm:pt modelId="{ED25855C-F181-422E-B216-B966571530CC}" type="pres">
      <dgm:prSet presAssocID="{330064E6-6F41-4F3F-ACD2-2FC78883BA29}" presName="tx1" presStyleLbl="revTx" presStyleIdx="0" presStyleCnt="4"/>
      <dgm:spPr/>
    </dgm:pt>
    <dgm:pt modelId="{C0419DFC-91A7-436D-A6A4-4DC70BE7CCE4}" type="pres">
      <dgm:prSet presAssocID="{330064E6-6F41-4F3F-ACD2-2FC78883BA29}" presName="vert1" presStyleCnt="0"/>
      <dgm:spPr/>
    </dgm:pt>
    <dgm:pt modelId="{3D56DD73-F371-4063-908B-F85D130505C0}" type="pres">
      <dgm:prSet presAssocID="{EE7057DD-2F11-4C27-A660-0E1BEA229BFE}" presName="thickLine" presStyleLbl="alignNode1" presStyleIdx="1" presStyleCnt="4"/>
      <dgm:spPr/>
    </dgm:pt>
    <dgm:pt modelId="{0955E9BB-5C1F-4654-A1E7-8E7DA6A7EE4A}" type="pres">
      <dgm:prSet presAssocID="{EE7057DD-2F11-4C27-A660-0E1BEA229BFE}" presName="horz1" presStyleCnt="0"/>
      <dgm:spPr/>
    </dgm:pt>
    <dgm:pt modelId="{95C95752-BD7B-4F09-BDDD-6037F89F9E74}" type="pres">
      <dgm:prSet presAssocID="{EE7057DD-2F11-4C27-A660-0E1BEA229BFE}" presName="tx1" presStyleLbl="revTx" presStyleIdx="1" presStyleCnt="4"/>
      <dgm:spPr/>
    </dgm:pt>
    <dgm:pt modelId="{8DB01573-040A-4CF4-8271-E57985873E2B}" type="pres">
      <dgm:prSet presAssocID="{EE7057DD-2F11-4C27-A660-0E1BEA229BFE}" presName="vert1" presStyleCnt="0"/>
      <dgm:spPr/>
    </dgm:pt>
    <dgm:pt modelId="{552F3CEE-CD4E-4C4B-9FDB-6A9CD2588EA3}" type="pres">
      <dgm:prSet presAssocID="{078B1959-D476-4394-A86D-C2B311E55764}" presName="thickLine" presStyleLbl="alignNode1" presStyleIdx="2" presStyleCnt="4"/>
      <dgm:spPr/>
    </dgm:pt>
    <dgm:pt modelId="{3197B6E8-782D-465E-8CE1-6FD1CF575261}" type="pres">
      <dgm:prSet presAssocID="{078B1959-D476-4394-A86D-C2B311E55764}" presName="horz1" presStyleCnt="0"/>
      <dgm:spPr/>
    </dgm:pt>
    <dgm:pt modelId="{45D0FF05-253B-42E2-A8FF-967A7CC358E0}" type="pres">
      <dgm:prSet presAssocID="{078B1959-D476-4394-A86D-C2B311E55764}" presName="tx1" presStyleLbl="revTx" presStyleIdx="2" presStyleCnt="4"/>
      <dgm:spPr/>
    </dgm:pt>
    <dgm:pt modelId="{832ADB12-5510-4CFC-A75C-BD0920528D9A}" type="pres">
      <dgm:prSet presAssocID="{078B1959-D476-4394-A86D-C2B311E55764}" presName="vert1" presStyleCnt="0"/>
      <dgm:spPr/>
    </dgm:pt>
    <dgm:pt modelId="{20A0959C-A849-4625-8E23-57E2280AF24C}" type="pres">
      <dgm:prSet presAssocID="{3EE8995D-A274-44D1-9F00-610AC2831343}" presName="thickLine" presStyleLbl="alignNode1" presStyleIdx="3" presStyleCnt="4"/>
      <dgm:spPr/>
    </dgm:pt>
    <dgm:pt modelId="{41212D34-8B2D-48A0-8424-405A3086AC8F}" type="pres">
      <dgm:prSet presAssocID="{3EE8995D-A274-44D1-9F00-610AC2831343}" presName="horz1" presStyleCnt="0"/>
      <dgm:spPr/>
    </dgm:pt>
    <dgm:pt modelId="{CCB7BA6B-A2CA-481F-9B20-52F91945D647}" type="pres">
      <dgm:prSet presAssocID="{3EE8995D-A274-44D1-9F00-610AC2831343}" presName="tx1" presStyleLbl="revTx" presStyleIdx="3" presStyleCnt="4"/>
      <dgm:spPr/>
    </dgm:pt>
    <dgm:pt modelId="{BA321149-69BE-4E0D-8CCF-723ADC787254}" type="pres">
      <dgm:prSet presAssocID="{3EE8995D-A274-44D1-9F00-610AC2831343}" presName="vert1" presStyleCnt="0"/>
      <dgm:spPr/>
    </dgm:pt>
  </dgm:ptLst>
  <dgm:cxnLst>
    <dgm:cxn modelId="{F9B30C2B-E182-4A13-AEE3-4DC0222E2DAF}" type="presOf" srcId="{3EE8995D-A274-44D1-9F00-610AC2831343}" destId="{CCB7BA6B-A2CA-481F-9B20-52F91945D647}" srcOrd="0" destOrd="0" presId="urn:microsoft.com/office/officeart/2008/layout/LinedList"/>
    <dgm:cxn modelId="{61E91A39-042C-44E0-A688-9D6F0EE0A50B}" srcId="{953CD464-825E-49FC-96CE-36A089FCFCD9}" destId="{3EE8995D-A274-44D1-9F00-610AC2831343}" srcOrd="3" destOrd="0" parTransId="{073EC40A-BA45-42C1-9041-1D3FB746E48F}" sibTransId="{1C2CD445-1522-4A60-BEA3-79B2D5A1E486}"/>
    <dgm:cxn modelId="{9A06E661-924B-4A43-B414-1BCFD88F00E0}" type="presOf" srcId="{078B1959-D476-4394-A86D-C2B311E55764}" destId="{45D0FF05-253B-42E2-A8FF-967A7CC358E0}" srcOrd="0" destOrd="0" presId="urn:microsoft.com/office/officeart/2008/layout/LinedList"/>
    <dgm:cxn modelId="{EC62D067-852C-4F76-9E91-12EAF0409913}" srcId="{953CD464-825E-49FC-96CE-36A089FCFCD9}" destId="{330064E6-6F41-4F3F-ACD2-2FC78883BA29}" srcOrd="0" destOrd="0" parTransId="{FAF0FE33-648F-4C77-A918-871D4C216C07}" sibTransId="{09A76066-9AA4-47D1-BC0E-8412A9079F28}"/>
    <dgm:cxn modelId="{5CAAB869-FC16-4D3A-B49B-E40975E558CD}" type="presOf" srcId="{953CD464-825E-49FC-96CE-36A089FCFCD9}" destId="{9277A322-ABB2-44D9-847F-53626C235B40}" srcOrd="0" destOrd="0" presId="urn:microsoft.com/office/officeart/2008/layout/LinedList"/>
    <dgm:cxn modelId="{A5065B4D-6B83-4654-94BF-2253081D4E5B}" srcId="{953CD464-825E-49FC-96CE-36A089FCFCD9}" destId="{EE7057DD-2F11-4C27-A660-0E1BEA229BFE}" srcOrd="1" destOrd="0" parTransId="{2B9FD550-83DF-4619-980A-5DA728BCC8ED}" sibTransId="{F9E3FD27-2B5A-4657-94D0-D1E780C7C8A4}"/>
    <dgm:cxn modelId="{2D7C1BAF-DE04-49FE-AFAA-18B0BC247991}" type="presOf" srcId="{EE7057DD-2F11-4C27-A660-0E1BEA229BFE}" destId="{95C95752-BD7B-4F09-BDDD-6037F89F9E74}" srcOrd="0" destOrd="0" presId="urn:microsoft.com/office/officeart/2008/layout/LinedList"/>
    <dgm:cxn modelId="{70D56EC9-FCCE-4F17-838F-3B24FD3F4AB3}" srcId="{953CD464-825E-49FC-96CE-36A089FCFCD9}" destId="{078B1959-D476-4394-A86D-C2B311E55764}" srcOrd="2" destOrd="0" parTransId="{809FDAC4-36CA-4570-952C-4D90256469E4}" sibTransId="{9918BA01-2554-45ED-BEC6-80FF7B9BEAFC}"/>
    <dgm:cxn modelId="{64AFF5FF-5C66-45D6-A4C7-A0269A21FA8E}" type="presOf" srcId="{330064E6-6F41-4F3F-ACD2-2FC78883BA29}" destId="{ED25855C-F181-422E-B216-B966571530CC}" srcOrd="0" destOrd="0" presId="urn:microsoft.com/office/officeart/2008/layout/LinedList"/>
    <dgm:cxn modelId="{4AEA0DC8-735F-43AE-BCE7-1B2004370728}" type="presParOf" srcId="{9277A322-ABB2-44D9-847F-53626C235B40}" destId="{C2E09FF8-0955-49AC-998B-1540AA219E23}" srcOrd="0" destOrd="0" presId="urn:microsoft.com/office/officeart/2008/layout/LinedList"/>
    <dgm:cxn modelId="{61565FB2-3966-45DB-B01C-3FFB6D927EFA}" type="presParOf" srcId="{9277A322-ABB2-44D9-847F-53626C235B40}" destId="{47B0A1CB-33D7-4120-BF01-7679909EA72C}" srcOrd="1" destOrd="0" presId="urn:microsoft.com/office/officeart/2008/layout/LinedList"/>
    <dgm:cxn modelId="{82598AA2-21F5-4773-AD66-A2C0545C3E30}" type="presParOf" srcId="{47B0A1CB-33D7-4120-BF01-7679909EA72C}" destId="{ED25855C-F181-422E-B216-B966571530CC}" srcOrd="0" destOrd="0" presId="urn:microsoft.com/office/officeart/2008/layout/LinedList"/>
    <dgm:cxn modelId="{747BE525-7721-4FF2-82B4-D604C0A22AB8}" type="presParOf" srcId="{47B0A1CB-33D7-4120-BF01-7679909EA72C}" destId="{C0419DFC-91A7-436D-A6A4-4DC70BE7CCE4}" srcOrd="1" destOrd="0" presId="urn:microsoft.com/office/officeart/2008/layout/LinedList"/>
    <dgm:cxn modelId="{5EA4C571-A31E-4B1E-8EFB-AE891308E9A4}" type="presParOf" srcId="{9277A322-ABB2-44D9-847F-53626C235B40}" destId="{3D56DD73-F371-4063-908B-F85D130505C0}" srcOrd="2" destOrd="0" presId="urn:microsoft.com/office/officeart/2008/layout/LinedList"/>
    <dgm:cxn modelId="{001C5C33-C5ED-4C2F-8724-271B6B0A9523}" type="presParOf" srcId="{9277A322-ABB2-44D9-847F-53626C235B40}" destId="{0955E9BB-5C1F-4654-A1E7-8E7DA6A7EE4A}" srcOrd="3" destOrd="0" presId="urn:microsoft.com/office/officeart/2008/layout/LinedList"/>
    <dgm:cxn modelId="{A79B896C-DA46-44C9-9F6E-9C2259EFE875}" type="presParOf" srcId="{0955E9BB-5C1F-4654-A1E7-8E7DA6A7EE4A}" destId="{95C95752-BD7B-4F09-BDDD-6037F89F9E74}" srcOrd="0" destOrd="0" presId="urn:microsoft.com/office/officeart/2008/layout/LinedList"/>
    <dgm:cxn modelId="{43C743D7-2B0C-4FFF-BB62-A330C27E2855}" type="presParOf" srcId="{0955E9BB-5C1F-4654-A1E7-8E7DA6A7EE4A}" destId="{8DB01573-040A-4CF4-8271-E57985873E2B}" srcOrd="1" destOrd="0" presId="urn:microsoft.com/office/officeart/2008/layout/LinedList"/>
    <dgm:cxn modelId="{1B82F3E0-3456-40B4-B53D-AAFB365CE1CB}" type="presParOf" srcId="{9277A322-ABB2-44D9-847F-53626C235B40}" destId="{552F3CEE-CD4E-4C4B-9FDB-6A9CD2588EA3}" srcOrd="4" destOrd="0" presId="urn:microsoft.com/office/officeart/2008/layout/LinedList"/>
    <dgm:cxn modelId="{D8683388-E8DD-49EF-97CC-2DF94D6A2CF2}" type="presParOf" srcId="{9277A322-ABB2-44D9-847F-53626C235B40}" destId="{3197B6E8-782D-465E-8CE1-6FD1CF575261}" srcOrd="5" destOrd="0" presId="urn:microsoft.com/office/officeart/2008/layout/LinedList"/>
    <dgm:cxn modelId="{997AF3C1-4861-4562-BA7F-D4A60837B307}" type="presParOf" srcId="{3197B6E8-782D-465E-8CE1-6FD1CF575261}" destId="{45D0FF05-253B-42E2-A8FF-967A7CC358E0}" srcOrd="0" destOrd="0" presId="urn:microsoft.com/office/officeart/2008/layout/LinedList"/>
    <dgm:cxn modelId="{B52EB354-2CB1-49A2-A906-8F2D16170C08}" type="presParOf" srcId="{3197B6E8-782D-465E-8CE1-6FD1CF575261}" destId="{832ADB12-5510-4CFC-A75C-BD0920528D9A}" srcOrd="1" destOrd="0" presId="urn:microsoft.com/office/officeart/2008/layout/LinedList"/>
    <dgm:cxn modelId="{0B737648-069C-42DC-8FFE-A0B8C9987361}" type="presParOf" srcId="{9277A322-ABB2-44D9-847F-53626C235B40}" destId="{20A0959C-A849-4625-8E23-57E2280AF24C}" srcOrd="6" destOrd="0" presId="urn:microsoft.com/office/officeart/2008/layout/LinedList"/>
    <dgm:cxn modelId="{B92D6140-933C-45F5-84FC-C4BF9E0760B4}" type="presParOf" srcId="{9277A322-ABB2-44D9-847F-53626C235B40}" destId="{41212D34-8B2D-48A0-8424-405A3086AC8F}" srcOrd="7" destOrd="0" presId="urn:microsoft.com/office/officeart/2008/layout/LinedList"/>
    <dgm:cxn modelId="{2066F23C-410C-4CDB-BC6A-745CA5B10B15}" type="presParOf" srcId="{41212D34-8B2D-48A0-8424-405A3086AC8F}" destId="{CCB7BA6B-A2CA-481F-9B20-52F91945D647}" srcOrd="0" destOrd="0" presId="urn:microsoft.com/office/officeart/2008/layout/LinedList"/>
    <dgm:cxn modelId="{EE1F5930-3DB4-41A3-A284-9D86EF400456}" type="presParOf" srcId="{41212D34-8B2D-48A0-8424-405A3086AC8F}" destId="{BA321149-69BE-4E0D-8CCF-723ADC787254}"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A101A51-8ED5-4375-A007-72F8DAA3AA9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02D59E7-CB07-4946-B33D-291BB33C6C24}">
      <dgm:prSet/>
      <dgm:spPr/>
      <dgm:t>
        <a:bodyPr/>
        <a:lstStyle/>
        <a:p>
          <a:r>
            <a:rPr lang="en-US"/>
            <a:t>Addresses SIEM limitations: high false positives, static rules (Alshamrani et al., 2019).</a:t>
          </a:r>
        </a:p>
      </dgm:t>
    </dgm:pt>
    <dgm:pt modelId="{99C9C1B6-FD60-49DD-92A0-BD9F6B28DE27}" type="parTrans" cxnId="{E20B4896-79DE-4DAD-99E4-9F9FA2105316}">
      <dgm:prSet/>
      <dgm:spPr/>
      <dgm:t>
        <a:bodyPr/>
        <a:lstStyle/>
        <a:p>
          <a:endParaRPr lang="en-US"/>
        </a:p>
      </dgm:t>
    </dgm:pt>
    <dgm:pt modelId="{8D1E8796-B95A-4036-A615-8D2F24BB6823}" type="sibTrans" cxnId="{E20B4896-79DE-4DAD-99E4-9F9FA2105316}">
      <dgm:prSet/>
      <dgm:spPr/>
      <dgm:t>
        <a:bodyPr/>
        <a:lstStyle/>
        <a:p>
          <a:endParaRPr lang="en-US"/>
        </a:p>
      </dgm:t>
    </dgm:pt>
    <dgm:pt modelId="{A38E6688-1595-48F7-9296-70A83C9400E6}">
      <dgm:prSet/>
      <dgm:spPr/>
      <dgm:t>
        <a:bodyPr/>
        <a:lstStyle/>
        <a:p>
          <a:r>
            <a:rPr lang="en-US"/>
            <a:t>Supports ML-based detection foundations (Buczak &amp; Guven, 2016; Chen &amp; Guestrin, 2016).</a:t>
          </a:r>
        </a:p>
      </dgm:t>
    </dgm:pt>
    <dgm:pt modelId="{546866C7-4650-4AAA-B706-2123EB518349}" type="parTrans" cxnId="{63DE434E-3B57-450B-89D9-93A0F28262C5}">
      <dgm:prSet/>
      <dgm:spPr/>
      <dgm:t>
        <a:bodyPr/>
        <a:lstStyle/>
        <a:p>
          <a:endParaRPr lang="en-US"/>
        </a:p>
      </dgm:t>
    </dgm:pt>
    <dgm:pt modelId="{C99A5EE7-E5B9-447D-98AF-095AABED88C9}" type="sibTrans" cxnId="{63DE434E-3B57-450B-89D9-93A0F28262C5}">
      <dgm:prSet/>
      <dgm:spPr/>
      <dgm:t>
        <a:bodyPr/>
        <a:lstStyle/>
        <a:p>
          <a:endParaRPr lang="en-US"/>
        </a:p>
      </dgm:t>
    </dgm:pt>
    <dgm:pt modelId="{7E1A3F2A-B9FE-49C2-B527-E48B54E11369}">
      <dgm:prSet/>
      <dgm:spPr/>
      <dgm:t>
        <a:bodyPr/>
        <a:lstStyle/>
        <a:p>
          <a:r>
            <a:rPr lang="en-US"/>
            <a:t>Integrates explainability concepts (SHAP, LIME) for analyst trust (Lundberg &amp; Lee, 2017).</a:t>
          </a:r>
        </a:p>
      </dgm:t>
    </dgm:pt>
    <dgm:pt modelId="{9724A178-3AB4-4E7C-94FE-79EE07615C7E}" type="parTrans" cxnId="{82135F9E-2335-4574-AC6E-EC987E575209}">
      <dgm:prSet/>
      <dgm:spPr/>
      <dgm:t>
        <a:bodyPr/>
        <a:lstStyle/>
        <a:p>
          <a:endParaRPr lang="en-US"/>
        </a:p>
      </dgm:t>
    </dgm:pt>
    <dgm:pt modelId="{0BA3334B-4421-47F3-832E-3700D08544FC}" type="sibTrans" cxnId="{82135F9E-2335-4574-AC6E-EC987E575209}">
      <dgm:prSet/>
      <dgm:spPr/>
      <dgm:t>
        <a:bodyPr/>
        <a:lstStyle/>
        <a:p>
          <a:endParaRPr lang="en-US"/>
        </a:p>
      </dgm:t>
    </dgm:pt>
    <dgm:pt modelId="{9A0795AC-0507-485B-97C3-45B7DF63F639}">
      <dgm:prSet/>
      <dgm:spPr/>
      <dgm:t>
        <a:bodyPr/>
        <a:lstStyle/>
        <a:p>
          <a:r>
            <a:rPr lang="en-US"/>
            <a:t>Aligns with NIST AI RMF principles on governance and responsible AI.</a:t>
          </a:r>
        </a:p>
      </dgm:t>
    </dgm:pt>
    <dgm:pt modelId="{AD7DAC7C-5E68-4A1E-A997-0383159DA3B2}" type="parTrans" cxnId="{BE26200C-E332-4F48-87F3-E1504380426C}">
      <dgm:prSet/>
      <dgm:spPr/>
      <dgm:t>
        <a:bodyPr/>
        <a:lstStyle/>
        <a:p>
          <a:endParaRPr lang="en-US"/>
        </a:p>
      </dgm:t>
    </dgm:pt>
    <dgm:pt modelId="{8D010AFA-2BCE-4959-9A78-BAB5455F6ED3}" type="sibTrans" cxnId="{BE26200C-E332-4F48-87F3-E1504380426C}">
      <dgm:prSet/>
      <dgm:spPr/>
      <dgm:t>
        <a:bodyPr/>
        <a:lstStyle/>
        <a:p>
          <a:endParaRPr lang="en-US"/>
        </a:p>
      </dgm:t>
    </dgm:pt>
    <dgm:pt modelId="{0D29A1A0-3E68-4F66-8CF0-DC539027C554}" type="pres">
      <dgm:prSet presAssocID="{FA101A51-8ED5-4375-A007-72F8DAA3AA94}" presName="root" presStyleCnt="0">
        <dgm:presLayoutVars>
          <dgm:dir/>
          <dgm:resizeHandles val="exact"/>
        </dgm:presLayoutVars>
      </dgm:prSet>
      <dgm:spPr/>
    </dgm:pt>
    <dgm:pt modelId="{07B59BDC-8971-4569-B4C1-8C7EED29BA00}" type="pres">
      <dgm:prSet presAssocID="{402D59E7-CB07-4946-B33D-291BB33C6C24}" presName="compNode" presStyleCnt="0"/>
      <dgm:spPr/>
    </dgm:pt>
    <dgm:pt modelId="{731E0B84-CA2F-4A75-874A-6DCEBC5A96E2}" type="pres">
      <dgm:prSet presAssocID="{402D59E7-CB07-4946-B33D-291BB33C6C24}" presName="bgRect" presStyleLbl="bgShp" presStyleIdx="0" presStyleCnt="4"/>
      <dgm:spPr/>
    </dgm:pt>
    <dgm:pt modelId="{2A69EB78-1501-47EE-A396-B689971CA87B}" type="pres">
      <dgm:prSet presAssocID="{402D59E7-CB07-4946-B33D-291BB33C6C2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isconnected"/>
        </a:ext>
      </dgm:extLst>
    </dgm:pt>
    <dgm:pt modelId="{EE86A86A-9D04-4C95-BD86-A90B3FBB8B6A}" type="pres">
      <dgm:prSet presAssocID="{402D59E7-CB07-4946-B33D-291BB33C6C24}" presName="spaceRect" presStyleCnt="0"/>
      <dgm:spPr/>
    </dgm:pt>
    <dgm:pt modelId="{6EAB2C4C-912B-40CE-A200-EB594872BB08}" type="pres">
      <dgm:prSet presAssocID="{402D59E7-CB07-4946-B33D-291BB33C6C24}" presName="parTx" presStyleLbl="revTx" presStyleIdx="0" presStyleCnt="4">
        <dgm:presLayoutVars>
          <dgm:chMax val="0"/>
          <dgm:chPref val="0"/>
        </dgm:presLayoutVars>
      </dgm:prSet>
      <dgm:spPr/>
    </dgm:pt>
    <dgm:pt modelId="{50318ADA-5D5D-4F68-BAB9-67A6A65E4126}" type="pres">
      <dgm:prSet presAssocID="{8D1E8796-B95A-4036-A615-8D2F24BB6823}" presName="sibTrans" presStyleCnt="0"/>
      <dgm:spPr/>
    </dgm:pt>
    <dgm:pt modelId="{3FD9A2DC-54D3-4DCC-BAAD-73EFAADE3737}" type="pres">
      <dgm:prSet presAssocID="{A38E6688-1595-48F7-9296-70A83C9400E6}" presName="compNode" presStyleCnt="0"/>
      <dgm:spPr/>
    </dgm:pt>
    <dgm:pt modelId="{A485197F-BAFC-4855-AE1F-1582877E6231}" type="pres">
      <dgm:prSet presAssocID="{A38E6688-1595-48F7-9296-70A83C9400E6}" presName="bgRect" presStyleLbl="bgShp" presStyleIdx="1" presStyleCnt="4"/>
      <dgm:spPr/>
    </dgm:pt>
    <dgm:pt modelId="{98901965-83AB-4A2D-A27F-73657FA011DA}" type="pres">
      <dgm:prSet presAssocID="{A38E6688-1595-48F7-9296-70A83C9400E6}"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rty Mask"/>
        </a:ext>
      </dgm:extLst>
    </dgm:pt>
    <dgm:pt modelId="{FADC08DC-BC4F-4192-A5CD-8C83ED5886EA}" type="pres">
      <dgm:prSet presAssocID="{A38E6688-1595-48F7-9296-70A83C9400E6}" presName="spaceRect" presStyleCnt="0"/>
      <dgm:spPr/>
    </dgm:pt>
    <dgm:pt modelId="{593C3D94-D5A5-420E-815C-0632C2874689}" type="pres">
      <dgm:prSet presAssocID="{A38E6688-1595-48F7-9296-70A83C9400E6}" presName="parTx" presStyleLbl="revTx" presStyleIdx="1" presStyleCnt="4">
        <dgm:presLayoutVars>
          <dgm:chMax val="0"/>
          <dgm:chPref val="0"/>
        </dgm:presLayoutVars>
      </dgm:prSet>
      <dgm:spPr/>
    </dgm:pt>
    <dgm:pt modelId="{5A13F99C-885A-4F16-A81F-989D5DBFC1A0}" type="pres">
      <dgm:prSet presAssocID="{C99A5EE7-E5B9-447D-98AF-095AABED88C9}" presName="sibTrans" presStyleCnt="0"/>
      <dgm:spPr/>
    </dgm:pt>
    <dgm:pt modelId="{4A376807-B4B4-4B97-A8A9-F63832EAB6C0}" type="pres">
      <dgm:prSet presAssocID="{7E1A3F2A-B9FE-49C2-B527-E48B54E11369}" presName="compNode" presStyleCnt="0"/>
      <dgm:spPr/>
    </dgm:pt>
    <dgm:pt modelId="{E78F61FC-67BA-4241-B5CF-5238DD755B2B}" type="pres">
      <dgm:prSet presAssocID="{7E1A3F2A-B9FE-49C2-B527-E48B54E11369}" presName="bgRect" presStyleLbl="bgShp" presStyleIdx="2" presStyleCnt="4"/>
      <dgm:spPr/>
    </dgm:pt>
    <dgm:pt modelId="{B7CCCB44-B9A8-447F-B9A3-7DD32705F064}" type="pres">
      <dgm:prSet presAssocID="{7E1A3F2A-B9FE-49C2-B527-E48B54E1136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elder"/>
        </a:ext>
      </dgm:extLst>
    </dgm:pt>
    <dgm:pt modelId="{D898B61C-72D9-4BA3-A1A8-375C334B6841}" type="pres">
      <dgm:prSet presAssocID="{7E1A3F2A-B9FE-49C2-B527-E48B54E11369}" presName="spaceRect" presStyleCnt="0"/>
      <dgm:spPr/>
    </dgm:pt>
    <dgm:pt modelId="{973738A0-09A1-4599-A9BD-97A620BDD48A}" type="pres">
      <dgm:prSet presAssocID="{7E1A3F2A-B9FE-49C2-B527-E48B54E11369}" presName="parTx" presStyleLbl="revTx" presStyleIdx="2" presStyleCnt="4">
        <dgm:presLayoutVars>
          <dgm:chMax val="0"/>
          <dgm:chPref val="0"/>
        </dgm:presLayoutVars>
      </dgm:prSet>
      <dgm:spPr/>
    </dgm:pt>
    <dgm:pt modelId="{1E6FBBCB-E6CC-4933-AABF-5145DF3F187D}" type="pres">
      <dgm:prSet presAssocID="{0BA3334B-4421-47F3-832E-3700D08544FC}" presName="sibTrans" presStyleCnt="0"/>
      <dgm:spPr/>
    </dgm:pt>
    <dgm:pt modelId="{7B69C352-9CC9-47C2-BAD6-709EBCD049FB}" type="pres">
      <dgm:prSet presAssocID="{9A0795AC-0507-485B-97C3-45B7DF63F639}" presName="compNode" presStyleCnt="0"/>
      <dgm:spPr/>
    </dgm:pt>
    <dgm:pt modelId="{F77EFEEF-C031-40C9-BE8E-5095200AF8EF}" type="pres">
      <dgm:prSet presAssocID="{9A0795AC-0507-485B-97C3-45B7DF63F639}" presName="bgRect" presStyleLbl="bgShp" presStyleIdx="3" presStyleCnt="4"/>
      <dgm:spPr/>
    </dgm:pt>
    <dgm:pt modelId="{D4BF8CB1-2424-4286-888A-8B5ACD2FC2A3}" type="pres">
      <dgm:prSet presAssocID="{9A0795AC-0507-485B-97C3-45B7DF63F63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721BFD11-8A78-41DC-BFC4-1D872730DF8E}" type="pres">
      <dgm:prSet presAssocID="{9A0795AC-0507-485B-97C3-45B7DF63F639}" presName="spaceRect" presStyleCnt="0"/>
      <dgm:spPr/>
    </dgm:pt>
    <dgm:pt modelId="{7E126970-6A86-478A-AD12-081326BC5992}" type="pres">
      <dgm:prSet presAssocID="{9A0795AC-0507-485B-97C3-45B7DF63F639}" presName="parTx" presStyleLbl="revTx" presStyleIdx="3" presStyleCnt="4">
        <dgm:presLayoutVars>
          <dgm:chMax val="0"/>
          <dgm:chPref val="0"/>
        </dgm:presLayoutVars>
      </dgm:prSet>
      <dgm:spPr/>
    </dgm:pt>
  </dgm:ptLst>
  <dgm:cxnLst>
    <dgm:cxn modelId="{BE26200C-E332-4F48-87F3-E1504380426C}" srcId="{FA101A51-8ED5-4375-A007-72F8DAA3AA94}" destId="{9A0795AC-0507-485B-97C3-45B7DF63F639}" srcOrd="3" destOrd="0" parTransId="{AD7DAC7C-5E68-4A1E-A997-0383159DA3B2}" sibTransId="{8D010AFA-2BCE-4959-9A78-BAB5455F6ED3}"/>
    <dgm:cxn modelId="{F2FA925D-476E-40AA-89A3-31ECC423C6D4}" type="presOf" srcId="{402D59E7-CB07-4946-B33D-291BB33C6C24}" destId="{6EAB2C4C-912B-40CE-A200-EB594872BB08}" srcOrd="0" destOrd="0" presId="urn:microsoft.com/office/officeart/2018/2/layout/IconVerticalSolidList"/>
    <dgm:cxn modelId="{63DE434E-3B57-450B-89D9-93A0F28262C5}" srcId="{FA101A51-8ED5-4375-A007-72F8DAA3AA94}" destId="{A38E6688-1595-48F7-9296-70A83C9400E6}" srcOrd="1" destOrd="0" parTransId="{546866C7-4650-4AAA-B706-2123EB518349}" sibTransId="{C99A5EE7-E5B9-447D-98AF-095AABED88C9}"/>
    <dgm:cxn modelId="{E20B4896-79DE-4DAD-99E4-9F9FA2105316}" srcId="{FA101A51-8ED5-4375-A007-72F8DAA3AA94}" destId="{402D59E7-CB07-4946-B33D-291BB33C6C24}" srcOrd="0" destOrd="0" parTransId="{99C9C1B6-FD60-49DD-92A0-BD9F6B28DE27}" sibTransId="{8D1E8796-B95A-4036-A615-8D2F24BB6823}"/>
    <dgm:cxn modelId="{82135F9E-2335-4574-AC6E-EC987E575209}" srcId="{FA101A51-8ED5-4375-A007-72F8DAA3AA94}" destId="{7E1A3F2A-B9FE-49C2-B527-E48B54E11369}" srcOrd="2" destOrd="0" parTransId="{9724A178-3AB4-4E7C-94FE-79EE07615C7E}" sibTransId="{0BA3334B-4421-47F3-832E-3700D08544FC}"/>
    <dgm:cxn modelId="{BF83EEB8-1014-402E-AB21-1AAF3E5E041E}" type="presOf" srcId="{7E1A3F2A-B9FE-49C2-B527-E48B54E11369}" destId="{973738A0-09A1-4599-A9BD-97A620BDD48A}" srcOrd="0" destOrd="0" presId="urn:microsoft.com/office/officeart/2018/2/layout/IconVerticalSolidList"/>
    <dgm:cxn modelId="{7DBDB0C8-BB57-4E9A-A7FC-9BF68BD95190}" type="presOf" srcId="{FA101A51-8ED5-4375-A007-72F8DAA3AA94}" destId="{0D29A1A0-3E68-4F66-8CF0-DC539027C554}" srcOrd="0" destOrd="0" presId="urn:microsoft.com/office/officeart/2018/2/layout/IconVerticalSolidList"/>
    <dgm:cxn modelId="{CA13D7D5-60FC-41EA-BF1B-B0404DBCC23D}" type="presOf" srcId="{9A0795AC-0507-485B-97C3-45B7DF63F639}" destId="{7E126970-6A86-478A-AD12-081326BC5992}" srcOrd="0" destOrd="0" presId="urn:microsoft.com/office/officeart/2018/2/layout/IconVerticalSolidList"/>
    <dgm:cxn modelId="{FA6F4ED7-40C3-46B2-A938-4177F1AC8CE8}" type="presOf" srcId="{A38E6688-1595-48F7-9296-70A83C9400E6}" destId="{593C3D94-D5A5-420E-815C-0632C2874689}" srcOrd="0" destOrd="0" presId="urn:microsoft.com/office/officeart/2018/2/layout/IconVerticalSolidList"/>
    <dgm:cxn modelId="{A4E46202-A4A5-4FAB-9893-559317587F7A}" type="presParOf" srcId="{0D29A1A0-3E68-4F66-8CF0-DC539027C554}" destId="{07B59BDC-8971-4569-B4C1-8C7EED29BA00}" srcOrd="0" destOrd="0" presId="urn:microsoft.com/office/officeart/2018/2/layout/IconVerticalSolidList"/>
    <dgm:cxn modelId="{8D3B6C95-B646-4E11-A370-C431B6BEF19D}" type="presParOf" srcId="{07B59BDC-8971-4569-B4C1-8C7EED29BA00}" destId="{731E0B84-CA2F-4A75-874A-6DCEBC5A96E2}" srcOrd="0" destOrd="0" presId="urn:microsoft.com/office/officeart/2018/2/layout/IconVerticalSolidList"/>
    <dgm:cxn modelId="{362B4C2F-DB3A-4EB3-8D77-8AB39878D381}" type="presParOf" srcId="{07B59BDC-8971-4569-B4C1-8C7EED29BA00}" destId="{2A69EB78-1501-47EE-A396-B689971CA87B}" srcOrd="1" destOrd="0" presId="urn:microsoft.com/office/officeart/2018/2/layout/IconVerticalSolidList"/>
    <dgm:cxn modelId="{62C4B653-4D38-499A-885E-8D397710A258}" type="presParOf" srcId="{07B59BDC-8971-4569-B4C1-8C7EED29BA00}" destId="{EE86A86A-9D04-4C95-BD86-A90B3FBB8B6A}" srcOrd="2" destOrd="0" presId="urn:microsoft.com/office/officeart/2018/2/layout/IconVerticalSolidList"/>
    <dgm:cxn modelId="{FFE1FBA3-56BF-4E46-A789-1AB49D14F752}" type="presParOf" srcId="{07B59BDC-8971-4569-B4C1-8C7EED29BA00}" destId="{6EAB2C4C-912B-40CE-A200-EB594872BB08}" srcOrd="3" destOrd="0" presId="urn:microsoft.com/office/officeart/2018/2/layout/IconVerticalSolidList"/>
    <dgm:cxn modelId="{DB5FE76A-75F7-4794-94AD-D38BB3303FC7}" type="presParOf" srcId="{0D29A1A0-3E68-4F66-8CF0-DC539027C554}" destId="{50318ADA-5D5D-4F68-BAB9-67A6A65E4126}" srcOrd="1" destOrd="0" presId="urn:microsoft.com/office/officeart/2018/2/layout/IconVerticalSolidList"/>
    <dgm:cxn modelId="{BA319B1D-EEB2-48F1-9319-18624E07AE1C}" type="presParOf" srcId="{0D29A1A0-3E68-4F66-8CF0-DC539027C554}" destId="{3FD9A2DC-54D3-4DCC-BAAD-73EFAADE3737}" srcOrd="2" destOrd="0" presId="urn:microsoft.com/office/officeart/2018/2/layout/IconVerticalSolidList"/>
    <dgm:cxn modelId="{7A7A3C8E-00DD-410A-A58F-E6D1AD12EBC0}" type="presParOf" srcId="{3FD9A2DC-54D3-4DCC-BAAD-73EFAADE3737}" destId="{A485197F-BAFC-4855-AE1F-1582877E6231}" srcOrd="0" destOrd="0" presId="urn:microsoft.com/office/officeart/2018/2/layout/IconVerticalSolidList"/>
    <dgm:cxn modelId="{E0020E2F-5AB6-48C1-AEF1-ACD88FF81E20}" type="presParOf" srcId="{3FD9A2DC-54D3-4DCC-BAAD-73EFAADE3737}" destId="{98901965-83AB-4A2D-A27F-73657FA011DA}" srcOrd="1" destOrd="0" presId="urn:microsoft.com/office/officeart/2018/2/layout/IconVerticalSolidList"/>
    <dgm:cxn modelId="{05E4401E-30C3-4575-BAAD-B896410E3139}" type="presParOf" srcId="{3FD9A2DC-54D3-4DCC-BAAD-73EFAADE3737}" destId="{FADC08DC-BC4F-4192-A5CD-8C83ED5886EA}" srcOrd="2" destOrd="0" presId="urn:microsoft.com/office/officeart/2018/2/layout/IconVerticalSolidList"/>
    <dgm:cxn modelId="{76EDBB37-1508-4B74-BEEA-F4479D492EC7}" type="presParOf" srcId="{3FD9A2DC-54D3-4DCC-BAAD-73EFAADE3737}" destId="{593C3D94-D5A5-420E-815C-0632C2874689}" srcOrd="3" destOrd="0" presId="urn:microsoft.com/office/officeart/2018/2/layout/IconVerticalSolidList"/>
    <dgm:cxn modelId="{FD03F9C6-1BAD-4725-9B51-009F66FFAE0B}" type="presParOf" srcId="{0D29A1A0-3E68-4F66-8CF0-DC539027C554}" destId="{5A13F99C-885A-4F16-A81F-989D5DBFC1A0}" srcOrd="3" destOrd="0" presId="urn:microsoft.com/office/officeart/2018/2/layout/IconVerticalSolidList"/>
    <dgm:cxn modelId="{8C045B24-192F-4E0D-9433-C65F0D5FA925}" type="presParOf" srcId="{0D29A1A0-3E68-4F66-8CF0-DC539027C554}" destId="{4A376807-B4B4-4B97-A8A9-F63832EAB6C0}" srcOrd="4" destOrd="0" presId="urn:microsoft.com/office/officeart/2018/2/layout/IconVerticalSolidList"/>
    <dgm:cxn modelId="{E390E47C-34CC-4414-947B-25F80B033923}" type="presParOf" srcId="{4A376807-B4B4-4B97-A8A9-F63832EAB6C0}" destId="{E78F61FC-67BA-4241-B5CF-5238DD755B2B}" srcOrd="0" destOrd="0" presId="urn:microsoft.com/office/officeart/2018/2/layout/IconVerticalSolidList"/>
    <dgm:cxn modelId="{1CD9FC39-5614-4667-AF6F-96F95073DD91}" type="presParOf" srcId="{4A376807-B4B4-4B97-A8A9-F63832EAB6C0}" destId="{B7CCCB44-B9A8-447F-B9A3-7DD32705F064}" srcOrd="1" destOrd="0" presId="urn:microsoft.com/office/officeart/2018/2/layout/IconVerticalSolidList"/>
    <dgm:cxn modelId="{BA543F62-EA80-48F4-8E57-2B81185EADBF}" type="presParOf" srcId="{4A376807-B4B4-4B97-A8A9-F63832EAB6C0}" destId="{D898B61C-72D9-4BA3-A1A8-375C334B6841}" srcOrd="2" destOrd="0" presId="urn:microsoft.com/office/officeart/2018/2/layout/IconVerticalSolidList"/>
    <dgm:cxn modelId="{F3890443-1B86-48E5-AE89-3BF7B16107B3}" type="presParOf" srcId="{4A376807-B4B4-4B97-A8A9-F63832EAB6C0}" destId="{973738A0-09A1-4599-A9BD-97A620BDD48A}" srcOrd="3" destOrd="0" presId="urn:microsoft.com/office/officeart/2018/2/layout/IconVerticalSolidList"/>
    <dgm:cxn modelId="{BB9DBDD0-E4B2-4C50-A21D-8C78179767BF}" type="presParOf" srcId="{0D29A1A0-3E68-4F66-8CF0-DC539027C554}" destId="{1E6FBBCB-E6CC-4933-AABF-5145DF3F187D}" srcOrd="5" destOrd="0" presId="urn:microsoft.com/office/officeart/2018/2/layout/IconVerticalSolidList"/>
    <dgm:cxn modelId="{CAC2042A-BA1A-4B1C-AF85-3DB161366F25}" type="presParOf" srcId="{0D29A1A0-3E68-4F66-8CF0-DC539027C554}" destId="{7B69C352-9CC9-47C2-BAD6-709EBCD049FB}" srcOrd="6" destOrd="0" presId="urn:microsoft.com/office/officeart/2018/2/layout/IconVerticalSolidList"/>
    <dgm:cxn modelId="{C7C10356-8B8F-4FC9-A9F4-68AF485D0A01}" type="presParOf" srcId="{7B69C352-9CC9-47C2-BAD6-709EBCD049FB}" destId="{F77EFEEF-C031-40C9-BE8E-5095200AF8EF}" srcOrd="0" destOrd="0" presId="urn:microsoft.com/office/officeart/2018/2/layout/IconVerticalSolidList"/>
    <dgm:cxn modelId="{E2D1C49D-34D7-4614-A37C-B986AE441FDB}" type="presParOf" srcId="{7B69C352-9CC9-47C2-BAD6-709EBCD049FB}" destId="{D4BF8CB1-2424-4286-888A-8B5ACD2FC2A3}" srcOrd="1" destOrd="0" presId="urn:microsoft.com/office/officeart/2018/2/layout/IconVerticalSolidList"/>
    <dgm:cxn modelId="{8BA07C8E-3F53-41E8-A88E-529D81A53224}" type="presParOf" srcId="{7B69C352-9CC9-47C2-BAD6-709EBCD049FB}" destId="{721BFD11-8A78-41DC-BFC4-1D872730DF8E}" srcOrd="2" destOrd="0" presId="urn:microsoft.com/office/officeart/2018/2/layout/IconVerticalSolidList"/>
    <dgm:cxn modelId="{74610F69-FECE-47BB-BE6F-7EF12A7F7A44}" type="presParOf" srcId="{7B69C352-9CC9-47C2-BAD6-709EBCD049FB}" destId="{7E126970-6A86-478A-AD12-081326BC599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80A1273-A240-4078-B80D-4878E5161E65}"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439E5329-91F1-454D-A09F-46A463AEC63F}">
      <dgm:prSet/>
      <dgm:spPr/>
      <dgm:t>
        <a:bodyPr/>
        <a:lstStyle/>
        <a:p>
          <a:r>
            <a:rPr lang="en-US"/>
            <a:t>Use of simulated SOC data instead of real enterprise telemetry.</a:t>
          </a:r>
        </a:p>
      </dgm:t>
    </dgm:pt>
    <dgm:pt modelId="{2F32108E-D450-419E-9F1C-9BCEBB4ABE73}" type="parTrans" cxnId="{1DE3F7E4-A28B-4AD9-8D28-2A895139532F}">
      <dgm:prSet/>
      <dgm:spPr/>
      <dgm:t>
        <a:bodyPr/>
        <a:lstStyle/>
        <a:p>
          <a:endParaRPr lang="en-US"/>
        </a:p>
      </dgm:t>
    </dgm:pt>
    <dgm:pt modelId="{D35E4DD9-D6B3-4B1A-96E2-CD1B13FC8E4B}" type="sibTrans" cxnId="{1DE3F7E4-A28B-4AD9-8D28-2A895139532F}">
      <dgm:prSet/>
      <dgm:spPr/>
      <dgm:t>
        <a:bodyPr/>
        <a:lstStyle/>
        <a:p>
          <a:endParaRPr lang="en-US"/>
        </a:p>
      </dgm:t>
    </dgm:pt>
    <dgm:pt modelId="{D3A3B5C7-3838-485D-86F4-68DB3E866065}">
      <dgm:prSet/>
      <dgm:spPr/>
      <dgm:t>
        <a:bodyPr/>
        <a:lstStyle/>
        <a:p>
          <a:r>
            <a:rPr lang="en-US"/>
            <a:t>ML models (XGBoost, LSTM) implemented as placeholders, not fully trained.</a:t>
          </a:r>
        </a:p>
      </dgm:t>
    </dgm:pt>
    <dgm:pt modelId="{A86E7159-121D-4D52-83D5-B8E68ADB6519}" type="parTrans" cxnId="{D7FA9B95-CDD6-4AF1-B84A-00F12E988C71}">
      <dgm:prSet/>
      <dgm:spPr/>
      <dgm:t>
        <a:bodyPr/>
        <a:lstStyle/>
        <a:p>
          <a:endParaRPr lang="en-US"/>
        </a:p>
      </dgm:t>
    </dgm:pt>
    <dgm:pt modelId="{74DBE243-6484-495C-9D65-F6215E708CBB}" type="sibTrans" cxnId="{D7FA9B95-CDD6-4AF1-B84A-00F12E988C71}">
      <dgm:prSet/>
      <dgm:spPr/>
      <dgm:t>
        <a:bodyPr/>
        <a:lstStyle/>
        <a:p>
          <a:endParaRPr lang="en-US"/>
        </a:p>
      </dgm:t>
    </dgm:pt>
    <dgm:pt modelId="{56D98A58-C0AC-4A99-BEB7-7543C42556E7}">
      <dgm:prSet/>
      <dgm:spPr/>
      <dgm:t>
        <a:bodyPr/>
        <a:lstStyle/>
        <a:p>
          <a:r>
            <a:rPr lang="en-US"/>
            <a:t>Minimal UI without advanced visualization.</a:t>
          </a:r>
        </a:p>
      </dgm:t>
    </dgm:pt>
    <dgm:pt modelId="{49F5ED8A-EEE9-4211-883C-6D0089371771}" type="parTrans" cxnId="{11E7FD3B-9FC1-4619-82E8-F5B1018D6820}">
      <dgm:prSet/>
      <dgm:spPr/>
      <dgm:t>
        <a:bodyPr/>
        <a:lstStyle/>
        <a:p>
          <a:endParaRPr lang="en-US"/>
        </a:p>
      </dgm:t>
    </dgm:pt>
    <dgm:pt modelId="{240D59C4-EA68-4B0A-A29F-1D12D9003294}" type="sibTrans" cxnId="{11E7FD3B-9FC1-4619-82E8-F5B1018D6820}">
      <dgm:prSet/>
      <dgm:spPr/>
      <dgm:t>
        <a:bodyPr/>
        <a:lstStyle/>
        <a:p>
          <a:endParaRPr lang="en-US"/>
        </a:p>
      </dgm:t>
    </dgm:pt>
    <dgm:pt modelId="{9F73649C-BD05-4A62-B5D5-765F06904306}">
      <dgm:prSet/>
      <dgm:spPr/>
      <dgm:t>
        <a:bodyPr/>
        <a:lstStyle/>
        <a:p>
          <a:r>
            <a:rPr lang="en-US"/>
            <a:t>No deployment in a live SOC environment.</a:t>
          </a:r>
        </a:p>
      </dgm:t>
    </dgm:pt>
    <dgm:pt modelId="{FF260F7D-CF67-4997-818B-7069D8C22156}" type="parTrans" cxnId="{18780342-9CED-43C0-843A-E545B26CEC7B}">
      <dgm:prSet/>
      <dgm:spPr/>
      <dgm:t>
        <a:bodyPr/>
        <a:lstStyle/>
        <a:p>
          <a:endParaRPr lang="en-US"/>
        </a:p>
      </dgm:t>
    </dgm:pt>
    <dgm:pt modelId="{F3365E97-0654-4296-A70D-1CD9FE5EEB81}" type="sibTrans" cxnId="{18780342-9CED-43C0-843A-E545B26CEC7B}">
      <dgm:prSet/>
      <dgm:spPr/>
      <dgm:t>
        <a:bodyPr/>
        <a:lstStyle/>
        <a:p>
          <a:endParaRPr lang="en-US"/>
        </a:p>
      </dgm:t>
    </dgm:pt>
    <dgm:pt modelId="{5BE72489-29C0-49AF-A994-DB0023C6C52E}">
      <dgm:prSet/>
      <dgm:spPr/>
      <dgm:t>
        <a:bodyPr/>
        <a:lstStyle/>
        <a:p>
          <a:r>
            <a:rPr lang="en-US"/>
            <a:t>Adversarial ML defenses not yet implemented.</a:t>
          </a:r>
        </a:p>
      </dgm:t>
    </dgm:pt>
    <dgm:pt modelId="{7A2C65C8-063B-49A4-82D2-9ACC35C4D26A}" type="parTrans" cxnId="{DA6EDB0B-24C9-4C50-8BCF-098EAFC39308}">
      <dgm:prSet/>
      <dgm:spPr/>
      <dgm:t>
        <a:bodyPr/>
        <a:lstStyle/>
        <a:p>
          <a:endParaRPr lang="en-US"/>
        </a:p>
      </dgm:t>
    </dgm:pt>
    <dgm:pt modelId="{65D54970-37BA-4116-8E39-322476CC6454}" type="sibTrans" cxnId="{DA6EDB0B-24C9-4C50-8BCF-098EAFC39308}">
      <dgm:prSet/>
      <dgm:spPr/>
      <dgm:t>
        <a:bodyPr/>
        <a:lstStyle/>
        <a:p>
          <a:endParaRPr lang="en-US"/>
        </a:p>
      </dgm:t>
    </dgm:pt>
    <dgm:pt modelId="{AC951E19-154D-498C-8B51-BC2791494A07}" type="pres">
      <dgm:prSet presAssocID="{E80A1273-A240-4078-B80D-4878E5161E65}" presName="diagram" presStyleCnt="0">
        <dgm:presLayoutVars>
          <dgm:dir/>
          <dgm:resizeHandles val="exact"/>
        </dgm:presLayoutVars>
      </dgm:prSet>
      <dgm:spPr/>
    </dgm:pt>
    <dgm:pt modelId="{78B3808A-2AEB-4F5D-B526-065BD1BB81FD}" type="pres">
      <dgm:prSet presAssocID="{439E5329-91F1-454D-A09F-46A463AEC63F}" presName="node" presStyleLbl="node1" presStyleIdx="0" presStyleCnt="5">
        <dgm:presLayoutVars>
          <dgm:bulletEnabled val="1"/>
        </dgm:presLayoutVars>
      </dgm:prSet>
      <dgm:spPr/>
    </dgm:pt>
    <dgm:pt modelId="{DE0B87C6-956E-47C3-90C3-EB8CD8EB34BD}" type="pres">
      <dgm:prSet presAssocID="{D35E4DD9-D6B3-4B1A-96E2-CD1B13FC8E4B}" presName="sibTrans" presStyleCnt="0"/>
      <dgm:spPr/>
    </dgm:pt>
    <dgm:pt modelId="{9F1B533B-A02A-46BA-BF38-3D30AA56223D}" type="pres">
      <dgm:prSet presAssocID="{D3A3B5C7-3838-485D-86F4-68DB3E866065}" presName="node" presStyleLbl="node1" presStyleIdx="1" presStyleCnt="5">
        <dgm:presLayoutVars>
          <dgm:bulletEnabled val="1"/>
        </dgm:presLayoutVars>
      </dgm:prSet>
      <dgm:spPr/>
    </dgm:pt>
    <dgm:pt modelId="{40D2FE89-8810-44D0-ACE5-CF397BF6CEEC}" type="pres">
      <dgm:prSet presAssocID="{74DBE243-6484-495C-9D65-F6215E708CBB}" presName="sibTrans" presStyleCnt="0"/>
      <dgm:spPr/>
    </dgm:pt>
    <dgm:pt modelId="{2A7139DA-125B-4C2E-83F9-B5F0851F270B}" type="pres">
      <dgm:prSet presAssocID="{56D98A58-C0AC-4A99-BEB7-7543C42556E7}" presName="node" presStyleLbl="node1" presStyleIdx="2" presStyleCnt="5">
        <dgm:presLayoutVars>
          <dgm:bulletEnabled val="1"/>
        </dgm:presLayoutVars>
      </dgm:prSet>
      <dgm:spPr/>
    </dgm:pt>
    <dgm:pt modelId="{F35560B4-D8C1-40DB-9DAE-974FDAB02945}" type="pres">
      <dgm:prSet presAssocID="{240D59C4-EA68-4B0A-A29F-1D12D9003294}" presName="sibTrans" presStyleCnt="0"/>
      <dgm:spPr/>
    </dgm:pt>
    <dgm:pt modelId="{EEEE2B98-C3E6-491B-AEA6-BCCFC7F4A5E2}" type="pres">
      <dgm:prSet presAssocID="{9F73649C-BD05-4A62-B5D5-765F06904306}" presName="node" presStyleLbl="node1" presStyleIdx="3" presStyleCnt="5">
        <dgm:presLayoutVars>
          <dgm:bulletEnabled val="1"/>
        </dgm:presLayoutVars>
      </dgm:prSet>
      <dgm:spPr/>
    </dgm:pt>
    <dgm:pt modelId="{B1177756-A301-4B4A-BD10-C5557FE34818}" type="pres">
      <dgm:prSet presAssocID="{F3365E97-0654-4296-A70D-1CD9FE5EEB81}" presName="sibTrans" presStyleCnt="0"/>
      <dgm:spPr/>
    </dgm:pt>
    <dgm:pt modelId="{A95115B0-63A8-4E8F-B532-F8EB87D2EB83}" type="pres">
      <dgm:prSet presAssocID="{5BE72489-29C0-49AF-A994-DB0023C6C52E}" presName="node" presStyleLbl="node1" presStyleIdx="4" presStyleCnt="5">
        <dgm:presLayoutVars>
          <dgm:bulletEnabled val="1"/>
        </dgm:presLayoutVars>
      </dgm:prSet>
      <dgm:spPr/>
    </dgm:pt>
  </dgm:ptLst>
  <dgm:cxnLst>
    <dgm:cxn modelId="{DA6EDB0B-24C9-4C50-8BCF-098EAFC39308}" srcId="{E80A1273-A240-4078-B80D-4878E5161E65}" destId="{5BE72489-29C0-49AF-A994-DB0023C6C52E}" srcOrd="4" destOrd="0" parTransId="{7A2C65C8-063B-49A4-82D2-9ACC35C4D26A}" sibTransId="{65D54970-37BA-4116-8E39-322476CC6454}"/>
    <dgm:cxn modelId="{30755F19-C3D8-478F-BB41-0F73CED05464}" type="presOf" srcId="{D3A3B5C7-3838-485D-86F4-68DB3E866065}" destId="{9F1B533B-A02A-46BA-BF38-3D30AA56223D}" srcOrd="0" destOrd="0" presId="urn:microsoft.com/office/officeart/2005/8/layout/default"/>
    <dgm:cxn modelId="{525C7B2A-E9B1-4D9A-A719-BF44CACA44C0}" type="presOf" srcId="{439E5329-91F1-454D-A09F-46A463AEC63F}" destId="{78B3808A-2AEB-4F5D-B526-065BD1BB81FD}" srcOrd="0" destOrd="0" presId="urn:microsoft.com/office/officeart/2005/8/layout/default"/>
    <dgm:cxn modelId="{11E7FD3B-9FC1-4619-82E8-F5B1018D6820}" srcId="{E80A1273-A240-4078-B80D-4878E5161E65}" destId="{56D98A58-C0AC-4A99-BEB7-7543C42556E7}" srcOrd="2" destOrd="0" parTransId="{49F5ED8A-EEE9-4211-883C-6D0089371771}" sibTransId="{240D59C4-EA68-4B0A-A29F-1D12D9003294}"/>
    <dgm:cxn modelId="{18780342-9CED-43C0-843A-E545B26CEC7B}" srcId="{E80A1273-A240-4078-B80D-4878E5161E65}" destId="{9F73649C-BD05-4A62-B5D5-765F06904306}" srcOrd="3" destOrd="0" parTransId="{FF260F7D-CF67-4997-818B-7069D8C22156}" sibTransId="{F3365E97-0654-4296-A70D-1CD9FE5EEB81}"/>
    <dgm:cxn modelId="{02EE9280-B76B-4F53-AD8B-1245AE346134}" type="presOf" srcId="{5BE72489-29C0-49AF-A994-DB0023C6C52E}" destId="{A95115B0-63A8-4E8F-B532-F8EB87D2EB83}" srcOrd="0" destOrd="0" presId="urn:microsoft.com/office/officeart/2005/8/layout/default"/>
    <dgm:cxn modelId="{D7FA9B95-CDD6-4AF1-B84A-00F12E988C71}" srcId="{E80A1273-A240-4078-B80D-4878E5161E65}" destId="{D3A3B5C7-3838-485D-86F4-68DB3E866065}" srcOrd="1" destOrd="0" parTransId="{A86E7159-121D-4D52-83D5-B8E68ADB6519}" sibTransId="{74DBE243-6484-495C-9D65-F6215E708CBB}"/>
    <dgm:cxn modelId="{385A5EA5-1A1B-415E-B2C8-E9B712653F51}" type="presOf" srcId="{E80A1273-A240-4078-B80D-4878E5161E65}" destId="{AC951E19-154D-498C-8B51-BC2791494A07}" srcOrd="0" destOrd="0" presId="urn:microsoft.com/office/officeart/2005/8/layout/default"/>
    <dgm:cxn modelId="{4B0E62D4-AFCA-4916-8100-93BE968D2090}" type="presOf" srcId="{56D98A58-C0AC-4A99-BEB7-7543C42556E7}" destId="{2A7139DA-125B-4C2E-83F9-B5F0851F270B}" srcOrd="0" destOrd="0" presId="urn:microsoft.com/office/officeart/2005/8/layout/default"/>
    <dgm:cxn modelId="{BFD469DC-731C-4472-BB34-545C50637958}" type="presOf" srcId="{9F73649C-BD05-4A62-B5D5-765F06904306}" destId="{EEEE2B98-C3E6-491B-AEA6-BCCFC7F4A5E2}" srcOrd="0" destOrd="0" presId="urn:microsoft.com/office/officeart/2005/8/layout/default"/>
    <dgm:cxn modelId="{1DE3F7E4-A28B-4AD9-8D28-2A895139532F}" srcId="{E80A1273-A240-4078-B80D-4878E5161E65}" destId="{439E5329-91F1-454D-A09F-46A463AEC63F}" srcOrd="0" destOrd="0" parTransId="{2F32108E-D450-419E-9F1C-9BCEBB4ABE73}" sibTransId="{D35E4DD9-D6B3-4B1A-96E2-CD1B13FC8E4B}"/>
    <dgm:cxn modelId="{2F07142C-38B9-435B-8AFE-838AE9AA831F}" type="presParOf" srcId="{AC951E19-154D-498C-8B51-BC2791494A07}" destId="{78B3808A-2AEB-4F5D-B526-065BD1BB81FD}" srcOrd="0" destOrd="0" presId="urn:microsoft.com/office/officeart/2005/8/layout/default"/>
    <dgm:cxn modelId="{E860A5A0-BE50-47D7-BFD8-3C88686927FE}" type="presParOf" srcId="{AC951E19-154D-498C-8B51-BC2791494A07}" destId="{DE0B87C6-956E-47C3-90C3-EB8CD8EB34BD}" srcOrd="1" destOrd="0" presId="urn:microsoft.com/office/officeart/2005/8/layout/default"/>
    <dgm:cxn modelId="{16D6817F-4D18-4A86-89B2-DF95C93233E0}" type="presParOf" srcId="{AC951E19-154D-498C-8B51-BC2791494A07}" destId="{9F1B533B-A02A-46BA-BF38-3D30AA56223D}" srcOrd="2" destOrd="0" presId="urn:microsoft.com/office/officeart/2005/8/layout/default"/>
    <dgm:cxn modelId="{A172E0AA-3692-4624-BDDF-AADBCD8D06C5}" type="presParOf" srcId="{AC951E19-154D-498C-8B51-BC2791494A07}" destId="{40D2FE89-8810-44D0-ACE5-CF397BF6CEEC}" srcOrd="3" destOrd="0" presId="urn:microsoft.com/office/officeart/2005/8/layout/default"/>
    <dgm:cxn modelId="{19AF7459-4379-492D-8DE4-55BBBB7AFA87}" type="presParOf" srcId="{AC951E19-154D-498C-8B51-BC2791494A07}" destId="{2A7139DA-125B-4C2E-83F9-B5F0851F270B}" srcOrd="4" destOrd="0" presId="urn:microsoft.com/office/officeart/2005/8/layout/default"/>
    <dgm:cxn modelId="{37CA6C3C-A821-47C0-B72E-0826DD6C7DAE}" type="presParOf" srcId="{AC951E19-154D-498C-8B51-BC2791494A07}" destId="{F35560B4-D8C1-40DB-9DAE-974FDAB02945}" srcOrd="5" destOrd="0" presId="urn:microsoft.com/office/officeart/2005/8/layout/default"/>
    <dgm:cxn modelId="{EEC027E7-D827-4368-A758-4B7E69B3F7BD}" type="presParOf" srcId="{AC951E19-154D-498C-8B51-BC2791494A07}" destId="{EEEE2B98-C3E6-491B-AEA6-BCCFC7F4A5E2}" srcOrd="6" destOrd="0" presId="urn:microsoft.com/office/officeart/2005/8/layout/default"/>
    <dgm:cxn modelId="{0E04DEE5-874D-486D-8001-74569F80E19D}" type="presParOf" srcId="{AC951E19-154D-498C-8B51-BC2791494A07}" destId="{B1177756-A301-4B4A-BD10-C5557FE34818}" srcOrd="7" destOrd="0" presId="urn:microsoft.com/office/officeart/2005/8/layout/default"/>
    <dgm:cxn modelId="{32493CB6-5403-41A0-AAFD-F8870FF2862F}" type="presParOf" srcId="{AC951E19-154D-498C-8B51-BC2791494A07}" destId="{A95115B0-63A8-4E8F-B532-F8EB87D2EB83}"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4D86B23-9799-46D9-B02F-1944D58A5B49}" type="doc">
      <dgm:prSet loTypeId="urn:microsoft.com/office/officeart/2005/8/layout/arrow5" loCatId="relationship" qsTypeId="urn:microsoft.com/office/officeart/2005/8/quickstyle/simple5" qsCatId="simple" csTypeId="urn:microsoft.com/office/officeart/2005/8/colors/accent1_2" csCatId="accent1" phldr="1"/>
      <dgm:spPr/>
      <dgm:t>
        <a:bodyPr/>
        <a:lstStyle/>
        <a:p>
          <a:endParaRPr lang="en-US"/>
        </a:p>
      </dgm:t>
    </dgm:pt>
    <dgm:pt modelId="{FB4665A1-8458-4A1B-BF02-CCB75B855ECD}">
      <dgm:prSet/>
      <dgm:spPr/>
      <dgm:t>
        <a:bodyPr/>
        <a:lstStyle/>
        <a:p>
          <a:r>
            <a:rPr lang="en-US"/>
            <a:t>AI should augment, not replace, SOC analysts.</a:t>
          </a:r>
        </a:p>
      </dgm:t>
    </dgm:pt>
    <dgm:pt modelId="{9DFAE11B-7659-451C-BDA0-482F80AF76C3}" type="parTrans" cxnId="{D36F7701-A93F-434A-8F75-CD7E5CC64834}">
      <dgm:prSet/>
      <dgm:spPr/>
      <dgm:t>
        <a:bodyPr/>
        <a:lstStyle/>
        <a:p>
          <a:endParaRPr lang="en-US"/>
        </a:p>
      </dgm:t>
    </dgm:pt>
    <dgm:pt modelId="{80257D49-6D45-4DF8-B79A-CBBF4136A2E9}" type="sibTrans" cxnId="{D36F7701-A93F-434A-8F75-CD7E5CC64834}">
      <dgm:prSet/>
      <dgm:spPr/>
      <dgm:t>
        <a:bodyPr/>
        <a:lstStyle/>
        <a:p>
          <a:endParaRPr lang="en-US"/>
        </a:p>
      </dgm:t>
    </dgm:pt>
    <dgm:pt modelId="{5FBDD5E5-030A-43E2-BF7B-FF75CDDB1EDF}">
      <dgm:prSet/>
      <dgm:spPr/>
      <dgm:t>
        <a:bodyPr/>
        <a:lstStyle/>
        <a:p>
          <a:r>
            <a:rPr lang="en-US"/>
            <a:t>Framework improves prioritization, transparency, and accountability.</a:t>
          </a:r>
        </a:p>
      </dgm:t>
    </dgm:pt>
    <dgm:pt modelId="{3864E435-5BEE-4853-BD0D-48E77D1149C4}" type="parTrans" cxnId="{D2D3AEF7-87F7-4CDB-AE39-D0BCC359977D}">
      <dgm:prSet/>
      <dgm:spPr/>
      <dgm:t>
        <a:bodyPr/>
        <a:lstStyle/>
        <a:p>
          <a:endParaRPr lang="en-US"/>
        </a:p>
      </dgm:t>
    </dgm:pt>
    <dgm:pt modelId="{1A2334C4-62B4-4177-8701-073BC0631A54}" type="sibTrans" cxnId="{D2D3AEF7-87F7-4CDB-AE39-D0BCC359977D}">
      <dgm:prSet/>
      <dgm:spPr/>
      <dgm:t>
        <a:bodyPr/>
        <a:lstStyle/>
        <a:p>
          <a:endParaRPr lang="en-US"/>
        </a:p>
      </dgm:t>
    </dgm:pt>
    <dgm:pt modelId="{75D929A7-0A77-401B-808D-24A0EE8E8645}">
      <dgm:prSet/>
      <dgm:spPr/>
      <dgm:t>
        <a:bodyPr/>
        <a:lstStyle/>
        <a:p>
          <a:r>
            <a:rPr lang="en-US"/>
            <a:t>Provides a roadmap for responsible AI in SOC environments.</a:t>
          </a:r>
        </a:p>
      </dgm:t>
    </dgm:pt>
    <dgm:pt modelId="{A849317E-E97B-4FE3-9652-753E87BD84EF}" type="parTrans" cxnId="{7CAFE84F-5697-4B2E-9DDE-457EBA5A9175}">
      <dgm:prSet/>
      <dgm:spPr/>
      <dgm:t>
        <a:bodyPr/>
        <a:lstStyle/>
        <a:p>
          <a:endParaRPr lang="en-US"/>
        </a:p>
      </dgm:t>
    </dgm:pt>
    <dgm:pt modelId="{C7E2739E-14C0-4C86-A7E6-AB30AF93D937}" type="sibTrans" cxnId="{7CAFE84F-5697-4B2E-9DDE-457EBA5A9175}">
      <dgm:prSet/>
      <dgm:spPr/>
      <dgm:t>
        <a:bodyPr/>
        <a:lstStyle/>
        <a:p>
          <a:endParaRPr lang="en-US"/>
        </a:p>
      </dgm:t>
    </dgm:pt>
    <dgm:pt modelId="{F2111D9C-99DE-4441-8E17-194E90F418BD}">
      <dgm:prSet/>
      <dgm:spPr/>
      <dgm:t>
        <a:bodyPr/>
        <a:lstStyle/>
        <a:p>
          <a:r>
            <a:rPr lang="en-US" dirty="0"/>
            <a:t>Thank you!</a:t>
          </a:r>
          <a:br>
            <a:rPr lang="en-US" dirty="0"/>
          </a:br>
          <a:endParaRPr lang="en-US" dirty="0"/>
        </a:p>
      </dgm:t>
    </dgm:pt>
    <dgm:pt modelId="{2982CCAF-FD75-4D9E-B72D-536EC7F95DFA}" type="parTrans" cxnId="{1A3EFB65-879D-484C-9C88-219E9733E726}">
      <dgm:prSet/>
      <dgm:spPr/>
      <dgm:t>
        <a:bodyPr/>
        <a:lstStyle/>
        <a:p>
          <a:endParaRPr lang="en-US"/>
        </a:p>
      </dgm:t>
    </dgm:pt>
    <dgm:pt modelId="{73F06F67-8A65-4CFA-B492-897C1BCC336E}" type="sibTrans" cxnId="{1A3EFB65-879D-484C-9C88-219E9733E726}">
      <dgm:prSet/>
      <dgm:spPr/>
      <dgm:t>
        <a:bodyPr/>
        <a:lstStyle/>
        <a:p>
          <a:endParaRPr lang="en-US"/>
        </a:p>
      </dgm:t>
    </dgm:pt>
    <dgm:pt modelId="{B8A6BC6F-EA5D-4C38-8697-B55989B8263F}" type="pres">
      <dgm:prSet presAssocID="{64D86B23-9799-46D9-B02F-1944D58A5B49}" presName="diagram" presStyleCnt="0">
        <dgm:presLayoutVars>
          <dgm:dir/>
          <dgm:resizeHandles val="exact"/>
        </dgm:presLayoutVars>
      </dgm:prSet>
      <dgm:spPr/>
    </dgm:pt>
    <dgm:pt modelId="{6A1D4569-B870-4FC1-8723-AE5700CAD687}" type="pres">
      <dgm:prSet presAssocID="{FB4665A1-8458-4A1B-BF02-CCB75B855ECD}" presName="arrow" presStyleLbl="node1" presStyleIdx="0" presStyleCnt="4">
        <dgm:presLayoutVars>
          <dgm:bulletEnabled val="1"/>
        </dgm:presLayoutVars>
      </dgm:prSet>
      <dgm:spPr/>
    </dgm:pt>
    <dgm:pt modelId="{7C7E0C36-CEE3-494C-8578-2C45BA2E5FCC}" type="pres">
      <dgm:prSet presAssocID="{5FBDD5E5-030A-43E2-BF7B-FF75CDDB1EDF}" presName="arrow" presStyleLbl="node1" presStyleIdx="1" presStyleCnt="4">
        <dgm:presLayoutVars>
          <dgm:bulletEnabled val="1"/>
        </dgm:presLayoutVars>
      </dgm:prSet>
      <dgm:spPr/>
    </dgm:pt>
    <dgm:pt modelId="{40CD7B5E-2AA2-48E5-8BE3-2B51E75CA1F0}" type="pres">
      <dgm:prSet presAssocID="{75D929A7-0A77-401B-808D-24A0EE8E8645}" presName="arrow" presStyleLbl="node1" presStyleIdx="2" presStyleCnt="4">
        <dgm:presLayoutVars>
          <dgm:bulletEnabled val="1"/>
        </dgm:presLayoutVars>
      </dgm:prSet>
      <dgm:spPr/>
    </dgm:pt>
    <dgm:pt modelId="{0E0C1A6A-FBD6-4578-A0EE-EF4C6B99B80D}" type="pres">
      <dgm:prSet presAssocID="{F2111D9C-99DE-4441-8E17-194E90F418BD}" presName="arrow" presStyleLbl="node1" presStyleIdx="3" presStyleCnt="4">
        <dgm:presLayoutVars>
          <dgm:bulletEnabled val="1"/>
        </dgm:presLayoutVars>
      </dgm:prSet>
      <dgm:spPr/>
    </dgm:pt>
  </dgm:ptLst>
  <dgm:cxnLst>
    <dgm:cxn modelId="{D36F7701-A93F-434A-8F75-CD7E5CC64834}" srcId="{64D86B23-9799-46D9-B02F-1944D58A5B49}" destId="{FB4665A1-8458-4A1B-BF02-CCB75B855ECD}" srcOrd="0" destOrd="0" parTransId="{9DFAE11B-7659-451C-BDA0-482F80AF76C3}" sibTransId="{80257D49-6D45-4DF8-B79A-CBBF4136A2E9}"/>
    <dgm:cxn modelId="{1A3EFB65-879D-484C-9C88-219E9733E726}" srcId="{64D86B23-9799-46D9-B02F-1944D58A5B49}" destId="{F2111D9C-99DE-4441-8E17-194E90F418BD}" srcOrd="3" destOrd="0" parTransId="{2982CCAF-FD75-4D9E-B72D-536EC7F95DFA}" sibTransId="{73F06F67-8A65-4CFA-B492-897C1BCC336E}"/>
    <dgm:cxn modelId="{7CAFE84F-5697-4B2E-9DDE-457EBA5A9175}" srcId="{64D86B23-9799-46D9-B02F-1944D58A5B49}" destId="{75D929A7-0A77-401B-808D-24A0EE8E8645}" srcOrd="2" destOrd="0" parTransId="{A849317E-E97B-4FE3-9652-753E87BD84EF}" sibTransId="{C7E2739E-14C0-4C86-A7E6-AB30AF93D937}"/>
    <dgm:cxn modelId="{6C5B4756-3850-4819-9726-CFF5177E3071}" type="presOf" srcId="{FB4665A1-8458-4A1B-BF02-CCB75B855ECD}" destId="{6A1D4569-B870-4FC1-8723-AE5700CAD687}" srcOrd="0" destOrd="0" presId="urn:microsoft.com/office/officeart/2005/8/layout/arrow5"/>
    <dgm:cxn modelId="{2B0311B2-FB33-458A-9536-E3F39D8BC555}" type="presOf" srcId="{F2111D9C-99DE-4441-8E17-194E90F418BD}" destId="{0E0C1A6A-FBD6-4578-A0EE-EF4C6B99B80D}" srcOrd="0" destOrd="0" presId="urn:microsoft.com/office/officeart/2005/8/layout/arrow5"/>
    <dgm:cxn modelId="{D41A2BD6-6D2C-4C7E-AD72-83BC4ECE8820}" type="presOf" srcId="{64D86B23-9799-46D9-B02F-1944D58A5B49}" destId="{B8A6BC6F-EA5D-4C38-8697-B55989B8263F}" srcOrd="0" destOrd="0" presId="urn:microsoft.com/office/officeart/2005/8/layout/arrow5"/>
    <dgm:cxn modelId="{8DCA05E4-F2D3-44F3-9454-B3F1F9E1EA86}" type="presOf" srcId="{5FBDD5E5-030A-43E2-BF7B-FF75CDDB1EDF}" destId="{7C7E0C36-CEE3-494C-8578-2C45BA2E5FCC}" srcOrd="0" destOrd="0" presId="urn:microsoft.com/office/officeart/2005/8/layout/arrow5"/>
    <dgm:cxn modelId="{72497BF6-4FF7-46C5-86E6-67C59D8C7862}" type="presOf" srcId="{75D929A7-0A77-401B-808D-24A0EE8E8645}" destId="{40CD7B5E-2AA2-48E5-8BE3-2B51E75CA1F0}" srcOrd="0" destOrd="0" presId="urn:microsoft.com/office/officeart/2005/8/layout/arrow5"/>
    <dgm:cxn modelId="{D2D3AEF7-87F7-4CDB-AE39-D0BCC359977D}" srcId="{64D86B23-9799-46D9-B02F-1944D58A5B49}" destId="{5FBDD5E5-030A-43E2-BF7B-FF75CDDB1EDF}" srcOrd="1" destOrd="0" parTransId="{3864E435-5BEE-4853-BD0D-48E77D1149C4}" sibTransId="{1A2334C4-62B4-4177-8701-073BC0631A54}"/>
    <dgm:cxn modelId="{8E118E35-122E-4E3A-B081-50608C603F4C}" type="presParOf" srcId="{B8A6BC6F-EA5D-4C38-8697-B55989B8263F}" destId="{6A1D4569-B870-4FC1-8723-AE5700CAD687}" srcOrd="0" destOrd="0" presId="urn:microsoft.com/office/officeart/2005/8/layout/arrow5"/>
    <dgm:cxn modelId="{AD2DBD7F-984F-4BB8-98F9-1986F04F3FC5}" type="presParOf" srcId="{B8A6BC6F-EA5D-4C38-8697-B55989B8263F}" destId="{7C7E0C36-CEE3-494C-8578-2C45BA2E5FCC}" srcOrd="1" destOrd="0" presId="urn:microsoft.com/office/officeart/2005/8/layout/arrow5"/>
    <dgm:cxn modelId="{91B2211B-560F-4245-BA96-AF2A05C6737C}" type="presParOf" srcId="{B8A6BC6F-EA5D-4C38-8697-B55989B8263F}" destId="{40CD7B5E-2AA2-48E5-8BE3-2B51E75CA1F0}" srcOrd="2" destOrd="0" presId="urn:microsoft.com/office/officeart/2005/8/layout/arrow5"/>
    <dgm:cxn modelId="{B5F0A57A-4651-44FE-BB93-0FDFC093D98B}" type="presParOf" srcId="{B8A6BC6F-EA5D-4C38-8697-B55989B8263F}" destId="{0E0C1A6A-FBD6-4578-A0EE-EF4C6B99B80D}" srcOrd="3" destOrd="0" presId="urn:microsoft.com/office/officeart/2005/8/layout/arrow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AD86E4-1455-46E8-9425-CD8FFF8342AF}">
      <dsp:nvSpPr>
        <dsp:cNvPr id="0" name=""/>
        <dsp:cNvSpPr/>
      </dsp:nvSpPr>
      <dsp:spPr>
        <a:xfrm>
          <a:off x="0" y="1901"/>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56A4F1-C5C6-440B-9DED-5AE8816ADD3E}">
      <dsp:nvSpPr>
        <dsp:cNvPr id="0" name=""/>
        <dsp:cNvSpPr/>
      </dsp:nvSpPr>
      <dsp:spPr>
        <a:xfrm>
          <a:off x="245129" y="184229"/>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40E424-13FC-40F8-8F30-CB41FD5E89C3}">
      <dsp:nvSpPr>
        <dsp:cNvPr id="0" name=""/>
        <dsp:cNvSpPr/>
      </dsp:nvSpPr>
      <dsp:spPr>
        <a:xfrm>
          <a:off x="935949" y="1901"/>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Background and Problem Statement</a:t>
          </a:r>
        </a:p>
      </dsp:txBody>
      <dsp:txXfrm>
        <a:off x="935949" y="1901"/>
        <a:ext cx="3790251" cy="810345"/>
      </dsp:txXfrm>
    </dsp:sp>
    <dsp:sp modelId="{72BAC9DC-6891-4D97-A167-6B6F1BBBE9DA}">
      <dsp:nvSpPr>
        <dsp:cNvPr id="0" name=""/>
        <dsp:cNvSpPr/>
      </dsp:nvSpPr>
      <dsp:spPr>
        <a:xfrm>
          <a:off x="0" y="1014833"/>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5D0684-AFE4-4B7F-99C8-576923276263}">
      <dsp:nvSpPr>
        <dsp:cNvPr id="0" name=""/>
        <dsp:cNvSpPr/>
      </dsp:nvSpPr>
      <dsp:spPr>
        <a:xfrm>
          <a:off x="245129" y="1197161"/>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D592740-6447-42E0-912B-3E399FBDD7E5}">
      <dsp:nvSpPr>
        <dsp:cNvPr id="0" name=""/>
        <dsp:cNvSpPr/>
      </dsp:nvSpPr>
      <dsp:spPr>
        <a:xfrm>
          <a:off x="935949" y="1014833"/>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Objectives and Scope</a:t>
          </a:r>
        </a:p>
      </dsp:txBody>
      <dsp:txXfrm>
        <a:off x="935949" y="1014833"/>
        <a:ext cx="3790251" cy="810345"/>
      </dsp:txXfrm>
    </dsp:sp>
    <dsp:sp modelId="{EC8D8EB9-474C-4CF2-AC2F-02C9B86896B2}">
      <dsp:nvSpPr>
        <dsp:cNvPr id="0" name=""/>
        <dsp:cNvSpPr/>
      </dsp:nvSpPr>
      <dsp:spPr>
        <a:xfrm>
          <a:off x="0" y="2027765"/>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450374-3E4F-4A5E-BE7A-2B0B903D6809}">
      <dsp:nvSpPr>
        <dsp:cNvPr id="0" name=""/>
        <dsp:cNvSpPr/>
      </dsp:nvSpPr>
      <dsp:spPr>
        <a:xfrm>
          <a:off x="245129" y="2210093"/>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14718AA-6C6E-4D06-85CA-B8A5B9CCA7AD}">
      <dsp:nvSpPr>
        <dsp:cNvPr id="0" name=""/>
        <dsp:cNvSpPr/>
      </dsp:nvSpPr>
      <dsp:spPr>
        <a:xfrm>
          <a:off x="935949" y="2027765"/>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System Architecture and Methodology</a:t>
          </a:r>
        </a:p>
      </dsp:txBody>
      <dsp:txXfrm>
        <a:off x="935949" y="2027765"/>
        <a:ext cx="3790251" cy="810345"/>
      </dsp:txXfrm>
    </dsp:sp>
    <dsp:sp modelId="{437DCABB-5FDA-4983-9468-C6D00A8120F2}">
      <dsp:nvSpPr>
        <dsp:cNvPr id="0" name=""/>
        <dsp:cNvSpPr/>
      </dsp:nvSpPr>
      <dsp:spPr>
        <a:xfrm>
          <a:off x="0" y="3040697"/>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8B8708-E493-43F0-AC76-7C1406D0AED5}">
      <dsp:nvSpPr>
        <dsp:cNvPr id="0" name=""/>
        <dsp:cNvSpPr/>
      </dsp:nvSpPr>
      <dsp:spPr>
        <a:xfrm>
          <a:off x="245129" y="3223025"/>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6839EF6-F0A1-4448-AA95-A256ED5B4C68}">
      <dsp:nvSpPr>
        <dsp:cNvPr id="0" name=""/>
        <dsp:cNvSpPr/>
      </dsp:nvSpPr>
      <dsp:spPr>
        <a:xfrm>
          <a:off x="935949" y="3040697"/>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Implementation and Results</a:t>
          </a:r>
        </a:p>
      </dsp:txBody>
      <dsp:txXfrm>
        <a:off x="935949" y="3040697"/>
        <a:ext cx="3790251" cy="810345"/>
      </dsp:txXfrm>
    </dsp:sp>
    <dsp:sp modelId="{E083524C-1568-42B6-8ACF-69640EEBE74D}">
      <dsp:nvSpPr>
        <dsp:cNvPr id="0" name=""/>
        <dsp:cNvSpPr/>
      </dsp:nvSpPr>
      <dsp:spPr>
        <a:xfrm>
          <a:off x="0" y="4053629"/>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35248F-C6C3-4760-9834-7BD82B0D7284}">
      <dsp:nvSpPr>
        <dsp:cNvPr id="0" name=""/>
        <dsp:cNvSpPr/>
      </dsp:nvSpPr>
      <dsp:spPr>
        <a:xfrm>
          <a:off x="245129" y="4235957"/>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2C2504-5987-43A9-A8CA-6E2C2A37D4BB}">
      <dsp:nvSpPr>
        <dsp:cNvPr id="0" name=""/>
        <dsp:cNvSpPr/>
      </dsp:nvSpPr>
      <dsp:spPr>
        <a:xfrm>
          <a:off x="935949" y="4053629"/>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Discussion and Limitations</a:t>
          </a:r>
        </a:p>
      </dsp:txBody>
      <dsp:txXfrm>
        <a:off x="935949" y="4053629"/>
        <a:ext cx="3790251" cy="810345"/>
      </dsp:txXfrm>
    </dsp:sp>
    <dsp:sp modelId="{99E97DDE-8B45-4EAB-B54C-957FCB32D9BF}">
      <dsp:nvSpPr>
        <dsp:cNvPr id="0" name=""/>
        <dsp:cNvSpPr/>
      </dsp:nvSpPr>
      <dsp:spPr>
        <a:xfrm>
          <a:off x="0" y="5066561"/>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86CB77-1DD1-46F8-BA54-2A4205A29A99}">
      <dsp:nvSpPr>
        <dsp:cNvPr id="0" name=""/>
        <dsp:cNvSpPr/>
      </dsp:nvSpPr>
      <dsp:spPr>
        <a:xfrm>
          <a:off x="245129" y="5248889"/>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16B9F2-5615-4C7E-A4B8-1E662527AD36}">
      <dsp:nvSpPr>
        <dsp:cNvPr id="0" name=""/>
        <dsp:cNvSpPr/>
      </dsp:nvSpPr>
      <dsp:spPr>
        <a:xfrm>
          <a:off x="935949" y="5066561"/>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Conclusions and Future Work</a:t>
          </a:r>
        </a:p>
      </dsp:txBody>
      <dsp:txXfrm>
        <a:off x="935949" y="5066561"/>
        <a:ext cx="3790251" cy="8103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F4078-3933-4E11-995B-0AE753416E17}">
      <dsp:nvSpPr>
        <dsp:cNvPr id="0" name=""/>
        <dsp:cNvSpPr/>
      </dsp:nvSpPr>
      <dsp:spPr>
        <a:xfrm>
          <a:off x="0" y="134134"/>
          <a:ext cx="4817176" cy="4817176"/>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9EA867-5C97-4C4D-BB61-B3B4F9F59381}">
      <dsp:nvSpPr>
        <dsp:cNvPr id="0" name=""/>
        <dsp:cNvSpPr/>
      </dsp:nvSpPr>
      <dsp:spPr>
        <a:xfrm>
          <a:off x="457631" y="591765"/>
          <a:ext cx="1878698" cy="1878698"/>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Modern SOCs operate in complex, high-volume telemetry environments.</a:t>
          </a:r>
        </a:p>
      </dsp:txBody>
      <dsp:txXfrm>
        <a:off x="549341" y="683475"/>
        <a:ext cx="1695278" cy="1695278"/>
      </dsp:txXfrm>
    </dsp:sp>
    <dsp:sp modelId="{B0E0EC66-9372-4A54-8110-2C35AA5C7B58}">
      <dsp:nvSpPr>
        <dsp:cNvPr id="0" name=""/>
        <dsp:cNvSpPr/>
      </dsp:nvSpPr>
      <dsp:spPr>
        <a:xfrm>
          <a:off x="2480845" y="591765"/>
          <a:ext cx="1878698" cy="1878698"/>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Traditional SIEMs rely on static rules and signatures.</a:t>
          </a:r>
        </a:p>
      </dsp:txBody>
      <dsp:txXfrm>
        <a:off x="2572555" y="683475"/>
        <a:ext cx="1695278" cy="1695278"/>
      </dsp:txXfrm>
    </dsp:sp>
    <dsp:sp modelId="{B1EA0033-AB05-46CD-BF71-48E7249FE935}">
      <dsp:nvSpPr>
        <dsp:cNvPr id="0" name=""/>
        <dsp:cNvSpPr/>
      </dsp:nvSpPr>
      <dsp:spPr>
        <a:xfrm>
          <a:off x="457631" y="2614979"/>
          <a:ext cx="1878698" cy="1878698"/>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Challenges: alert fatigue, delayed response, limited proactive threat hunting.</a:t>
          </a:r>
        </a:p>
      </dsp:txBody>
      <dsp:txXfrm>
        <a:off x="549341" y="2706689"/>
        <a:ext cx="1695278" cy="1695278"/>
      </dsp:txXfrm>
    </dsp:sp>
    <dsp:sp modelId="{B3FA2E83-530F-4D15-B732-0BD340BB698D}">
      <dsp:nvSpPr>
        <dsp:cNvPr id="0" name=""/>
        <dsp:cNvSpPr/>
      </dsp:nvSpPr>
      <dsp:spPr>
        <a:xfrm>
          <a:off x="2480845" y="2614979"/>
          <a:ext cx="1878698" cy="1878698"/>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Need for AI, explainability, and governance in SOC workflows.</a:t>
          </a:r>
        </a:p>
      </dsp:txBody>
      <dsp:txXfrm>
        <a:off x="2572555" y="2706689"/>
        <a:ext cx="1695278" cy="16952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A9699-4E43-4E2E-94CD-65982B51398C}">
      <dsp:nvSpPr>
        <dsp:cNvPr id="0" name=""/>
        <dsp:cNvSpPr/>
      </dsp:nvSpPr>
      <dsp:spPr>
        <a:xfrm>
          <a:off x="0" y="2319"/>
          <a:ext cx="4683949" cy="117572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A46FDE-0D2A-42C3-962F-E9D2DDD8603C}">
      <dsp:nvSpPr>
        <dsp:cNvPr id="0" name=""/>
        <dsp:cNvSpPr/>
      </dsp:nvSpPr>
      <dsp:spPr>
        <a:xfrm>
          <a:off x="355657" y="26685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25FB1D-4914-4893-80B4-0E81D8233F50}">
      <dsp:nvSpPr>
        <dsp:cNvPr id="0" name=""/>
        <dsp:cNvSpPr/>
      </dsp:nvSpPr>
      <dsp:spPr>
        <a:xfrm>
          <a:off x="1357965" y="231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889000">
            <a:lnSpc>
              <a:spcPct val="90000"/>
            </a:lnSpc>
            <a:spcBef>
              <a:spcPct val="0"/>
            </a:spcBef>
            <a:spcAft>
              <a:spcPct val="35000"/>
            </a:spcAft>
            <a:buNone/>
          </a:pPr>
          <a:r>
            <a:rPr lang="en-US" sz="2000" kern="1200"/>
            <a:t>FastAPI used for high-performance API routing.</a:t>
          </a:r>
        </a:p>
      </dsp:txBody>
      <dsp:txXfrm>
        <a:off x="1357965" y="2319"/>
        <a:ext cx="3325983" cy="1175727"/>
      </dsp:txXfrm>
    </dsp:sp>
    <dsp:sp modelId="{3FB555F1-0E38-4641-9F00-7E252929D324}">
      <dsp:nvSpPr>
        <dsp:cNvPr id="0" name=""/>
        <dsp:cNvSpPr/>
      </dsp:nvSpPr>
      <dsp:spPr>
        <a:xfrm>
          <a:off x="0" y="1471979"/>
          <a:ext cx="4683949" cy="117572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2BCF32-C2E8-4008-A7E2-5C56D0BB1525}">
      <dsp:nvSpPr>
        <dsp:cNvPr id="0" name=""/>
        <dsp:cNvSpPr/>
      </dsp:nvSpPr>
      <dsp:spPr>
        <a:xfrm>
          <a:off x="355657" y="173651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8D22EB-D87F-4ADE-8091-0F9FCC52D6EA}">
      <dsp:nvSpPr>
        <dsp:cNvPr id="0" name=""/>
        <dsp:cNvSpPr/>
      </dsp:nvSpPr>
      <dsp:spPr>
        <a:xfrm>
          <a:off x="1357965" y="147197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889000">
            <a:lnSpc>
              <a:spcPct val="90000"/>
            </a:lnSpc>
            <a:spcBef>
              <a:spcPct val="0"/>
            </a:spcBef>
            <a:spcAft>
              <a:spcPct val="35000"/>
            </a:spcAft>
            <a:buNone/>
          </a:pPr>
          <a:r>
            <a:rPr lang="en-US" sz="2000" kern="1200"/>
            <a:t>Endpoint: /process_logs receives log batches and triggers triage.</a:t>
          </a:r>
        </a:p>
      </dsp:txBody>
      <dsp:txXfrm>
        <a:off x="1357965" y="1471979"/>
        <a:ext cx="3325983" cy="1175727"/>
      </dsp:txXfrm>
    </dsp:sp>
    <dsp:sp modelId="{79C779B6-6E2F-4133-BE36-9FF1EF69E258}">
      <dsp:nvSpPr>
        <dsp:cNvPr id="0" name=""/>
        <dsp:cNvSpPr/>
      </dsp:nvSpPr>
      <dsp:spPr>
        <a:xfrm>
          <a:off x="0" y="2941639"/>
          <a:ext cx="4683949" cy="117572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E02873-2333-4088-87C7-879A5AF1E727}">
      <dsp:nvSpPr>
        <dsp:cNvPr id="0" name=""/>
        <dsp:cNvSpPr/>
      </dsp:nvSpPr>
      <dsp:spPr>
        <a:xfrm>
          <a:off x="355657" y="320617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C2FA27-2621-41E5-B16C-B24BBD115DA7}">
      <dsp:nvSpPr>
        <dsp:cNvPr id="0" name=""/>
        <dsp:cNvSpPr/>
      </dsp:nvSpPr>
      <dsp:spPr>
        <a:xfrm>
          <a:off x="1357965" y="294163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889000">
            <a:lnSpc>
              <a:spcPct val="90000"/>
            </a:lnSpc>
            <a:spcBef>
              <a:spcPct val="0"/>
            </a:spcBef>
            <a:spcAft>
              <a:spcPct val="35000"/>
            </a:spcAft>
            <a:buNone/>
          </a:pPr>
          <a:r>
            <a:rPr lang="en-US" sz="2000" kern="1200"/>
            <a:t>SQLite stores severity values, lookup results, timestamps, and governance actions.</a:t>
          </a:r>
        </a:p>
      </dsp:txBody>
      <dsp:txXfrm>
        <a:off x="1357965" y="2941639"/>
        <a:ext cx="3325983" cy="1175727"/>
      </dsp:txXfrm>
    </dsp:sp>
    <dsp:sp modelId="{D324A617-5755-42D4-9D83-3870727A0A18}">
      <dsp:nvSpPr>
        <dsp:cNvPr id="0" name=""/>
        <dsp:cNvSpPr/>
      </dsp:nvSpPr>
      <dsp:spPr>
        <a:xfrm>
          <a:off x="0" y="4411299"/>
          <a:ext cx="4683949" cy="117572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DFF927-4688-4DAF-9323-777EE9E80B5E}">
      <dsp:nvSpPr>
        <dsp:cNvPr id="0" name=""/>
        <dsp:cNvSpPr/>
      </dsp:nvSpPr>
      <dsp:spPr>
        <a:xfrm>
          <a:off x="355657" y="467583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A5E8D3-95B1-4EFE-BFDD-A24E860726B7}">
      <dsp:nvSpPr>
        <dsp:cNvPr id="0" name=""/>
        <dsp:cNvSpPr/>
      </dsp:nvSpPr>
      <dsp:spPr>
        <a:xfrm>
          <a:off x="1357965" y="441129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889000">
            <a:lnSpc>
              <a:spcPct val="90000"/>
            </a:lnSpc>
            <a:spcBef>
              <a:spcPct val="0"/>
            </a:spcBef>
            <a:spcAft>
              <a:spcPct val="35000"/>
            </a:spcAft>
            <a:buNone/>
          </a:pPr>
          <a:r>
            <a:rPr lang="en-US" sz="2000" kern="1200"/>
            <a:t>Modular design supports future ML and XAI integration.</a:t>
          </a:r>
        </a:p>
      </dsp:txBody>
      <dsp:txXfrm>
        <a:off x="1357965" y="4411299"/>
        <a:ext cx="3325983" cy="117572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E09FF8-0955-49AC-998B-1540AA219E23}">
      <dsp:nvSpPr>
        <dsp:cNvPr id="0" name=""/>
        <dsp:cNvSpPr/>
      </dsp:nvSpPr>
      <dsp:spPr>
        <a:xfrm>
          <a:off x="0" y="0"/>
          <a:ext cx="399335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25855C-F181-422E-B216-B966571530CC}">
      <dsp:nvSpPr>
        <dsp:cNvPr id="0" name=""/>
        <dsp:cNvSpPr/>
      </dsp:nvSpPr>
      <dsp:spPr>
        <a:xfrm>
          <a:off x="0" y="0"/>
          <a:ext cx="3993357" cy="979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UI submits SOC logs via REST API.</a:t>
          </a:r>
        </a:p>
      </dsp:txBody>
      <dsp:txXfrm>
        <a:off x="0" y="0"/>
        <a:ext cx="3993357" cy="979884"/>
      </dsp:txXfrm>
    </dsp:sp>
    <dsp:sp modelId="{3D56DD73-F371-4063-908B-F85D130505C0}">
      <dsp:nvSpPr>
        <dsp:cNvPr id="0" name=""/>
        <dsp:cNvSpPr/>
      </dsp:nvSpPr>
      <dsp:spPr>
        <a:xfrm>
          <a:off x="0" y="979884"/>
          <a:ext cx="3993357"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C95752-BD7B-4F09-BDDD-6037F89F9E74}">
      <dsp:nvSpPr>
        <dsp:cNvPr id="0" name=""/>
        <dsp:cNvSpPr/>
      </dsp:nvSpPr>
      <dsp:spPr>
        <a:xfrm>
          <a:off x="0" y="979884"/>
          <a:ext cx="3993357" cy="979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Backend normalizes data, applies QuickSort and Binary Search.</a:t>
          </a:r>
        </a:p>
      </dsp:txBody>
      <dsp:txXfrm>
        <a:off x="0" y="979884"/>
        <a:ext cx="3993357" cy="979884"/>
      </dsp:txXfrm>
    </dsp:sp>
    <dsp:sp modelId="{552F3CEE-CD4E-4C4B-9FDB-6A9CD2588EA3}">
      <dsp:nvSpPr>
        <dsp:cNvPr id="0" name=""/>
        <dsp:cNvSpPr/>
      </dsp:nvSpPr>
      <dsp:spPr>
        <a:xfrm>
          <a:off x="0" y="1959768"/>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D0FF05-253B-42E2-A8FF-967A7CC358E0}">
      <dsp:nvSpPr>
        <dsp:cNvPr id="0" name=""/>
        <dsp:cNvSpPr/>
      </dsp:nvSpPr>
      <dsp:spPr>
        <a:xfrm>
          <a:off x="0" y="1959768"/>
          <a:ext cx="3993357" cy="979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Results persisted in SQLite and returned to UI.</a:t>
          </a:r>
        </a:p>
      </dsp:txBody>
      <dsp:txXfrm>
        <a:off x="0" y="1959768"/>
        <a:ext cx="3993357" cy="979884"/>
      </dsp:txXfrm>
    </dsp:sp>
    <dsp:sp modelId="{20A0959C-A849-4625-8E23-57E2280AF24C}">
      <dsp:nvSpPr>
        <dsp:cNvPr id="0" name=""/>
        <dsp:cNvSpPr/>
      </dsp:nvSpPr>
      <dsp:spPr>
        <a:xfrm>
          <a:off x="0" y="2939653"/>
          <a:ext cx="3993357"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B7BA6B-A2CA-481F-9B20-52F91945D647}">
      <dsp:nvSpPr>
        <dsp:cNvPr id="0" name=""/>
        <dsp:cNvSpPr/>
      </dsp:nvSpPr>
      <dsp:spPr>
        <a:xfrm>
          <a:off x="0" y="2939653"/>
          <a:ext cx="3993357" cy="979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End-to-end workflow demonstrates cohesive SOC operations.</a:t>
          </a:r>
        </a:p>
      </dsp:txBody>
      <dsp:txXfrm>
        <a:off x="0" y="2939653"/>
        <a:ext cx="3993357" cy="9798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1E0B84-CA2F-4A75-874A-6DCEBC5A96E2}">
      <dsp:nvSpPr>
        <dsp:cNvPr id="0" name=""/>
        <dsp:cNvSpPr/>
      </dsp:nvSpPr>
      <dsp:spPr>
        <a:xfrm>
          <a:off x="0" y="1808"/>
          <a:ext cx="78867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69EB78-1501-47EE-A396-B689971CA87B}">
      <dsp:nvSpPr>
        <dsp:cNvPr id="0" name=""/>
        <dsp:cNvSpPr/>
      </dsp:nvSpPr>
      <dsp:spPr>
        <a:xfrm>
          <a:off x="277275" y="208046"/>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AB2C4C-912B-40CE-A200-EB594872BB08}">
      <dsp:nvSpPr>
        <dsp:cNvPr id="0" name=""/>
        <dsp:cNvSpPr/>
      </dsp:nvSpPr>
      <dsp:spPr>
        <a:xfrm>
          <a:off x="1058686" y="180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US" sz="2200" kern="1200"/>
            <a:t>Addresses SIEM limitations: high false positives, static rules (Alshamrani et al., 2019).</a:t>
          </a:r>
        </a:p>
      </dsp:txBody>
      <dsp:txXfrm>
        <a:off x="1058686" y="1808"/>
        <a:ext cx="6828013" cy="916611"/>
      </dsp:txXfrm>
    </dsp:sp>
    <dsp:sp modelId="{A485197F-BAFC-4855-AE1F-1582877E6231}">
      <dsp:nvSpPr>
        <dsp:cNvPr id="0" name=""/>
        <dsp:cNvSpPr/>
      </dsp:nvSpPr>
      <dsp:spPr>
        <a:xfrm>
          <a:off x="0" y="1147573"/>
          <a:ext cx="78867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901965-83AB-4A2D-A27F-73657FA011DA}">
      <dsp:nvSpPr>
        <dsp:cNvPr id="0" name=""/>
        <dsp:cNvSpPr/>
      </dsp:nvSpPr>
      <dsp:spPr>
        <a:xfrm>
          <a:off x="277275" y="1353811"/>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93C3D94-D5A5-420E-815C-0632C2874689}">
      <dsp:nvSpPr>
        <dsp:cNvPr id="0" name=""/>
        <dsp:cNvSpPr/>
      </dsp:nvSpPr>
      <dsp:spPr>
        <a:xfrm>
          <a:off x="1058686" y="114757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US" sz="2200" kern="1200"/>
            <a:t>Supports ML-based detection foundations (Buczak &amp; Guven, 2016; Chen &amp; Guestrin, 2016).</a:t>
          </a:r>
        </a:p>
      </dsp:txBody>
      <dsp:txXfrm>
        <a:off x="1058686" y="1147573"/>
        <a:ext cx="6828013" cy="916611"/>
      </dsp:txXfrm>
    </dsp:sp>
    <dsp:sp modelId="{E78F61FC-67BA-4241-B5CF-5238DD755B2B}">
      <dsp:nvSpPr>
        <dsp:cNvPr id="0" name=""/>
        <dsp:cNvSpPr/>
      </dsp:nvSpPr>
      <dsp:spPr>
        <a:xfrm>
          <a:off x="0" y="2293338"/>
          <a:ext cx="78867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CCCB44-B9A8-447F-B9A3-7DD32705F064}">
      <dsp:nvSpPr>
        <dsp:cNvPr id="0" name=""/>
        <dsp:cNvSpPr/>
      </dsp:nvSpPr>
      <dsp:spPr>
        <a:xfrm>
          <a:off x="277275" y="2499576"/>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3738A0-09A1-4599-A9BD-97A620BDD48A}">
      <dsp:nvSpPr>
        <dsp:cNvPr id="0" name=""/>
        <dsp:cNvSpPr/>
      </dsp:nvSpPr>
      <dsp:spPr>
        <a:xfrm>
          <a:off x="1058686" y="229333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US" sz="2200" kern="1200"/>
            <a:t>Integrates explainability concepts (SHAP, LIME) for analyst trust (Lundberg &amp; Lee, 2017).</a:t>
          </a:r>
        </a:p>
      </dsp:txBody>
      <dsp:txXfrm>
        <a:off x="1058686" y="2293338"/>
        <a:ext cx="6828013" cy="916611"/>
      </dsp:txXfrm>
    </dsp:sp>
    <dsp:sp modelId="{F77EFEEF-C031-40C9-BE8E-5095200AF8EF}">
      <dsp:nvSpPr>
        <dsp:cNvPr id="0" name=""/>
        <dsp:cNvSpPr/>
      </dsp:nvSpPr>
      <dsp:spPr>
        <a:xfrm>
          <a:off x="0" y="3439103"/>
          <a:ext cx="78867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BF8CB1-2424-4286-888A-8B5ACD2FC2A3}">
      <dsp:nvSpPr>
        <dsp:cNvPr id="0" name=""/>
        <dsp:cNvSpPr/>
      </dsp:nvSpPr>
      <dsp:spPr>
        <a:xfrm>
          <a:off x="277275" y="3645341"/>
          <a:ext cx="504136" cy="50413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E126970-6A86-478A-AD12-081326BC5992}">
      <dsp:nvSpPr>
        <dsp:cNvPr id="0" name=""/>
        <dsp:cNvSpPr/>
      </dsp:nvSpPr>
      <dsp:spPr>
        <a:xfrm>
          <a:off x="1058686" y="343910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US" sz="2200" kern="1200"/>
            <a:t>Aligns with NIST AI RMF principles on governance and responsible AI.</a:t>
          </a:r>
        </a:p>
      </dsp:txBody>
      <dsp:txXfrm>
        <a:off x="1058686" y="3439103"/>
        <a:ext cx="6828013" cy="91661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B3808A-2AEB-4F5D-B526-065BD1BB81FD}">
      <dsp:nvSpPr>
        <dsp:cNvPr id="0" name=""/>
        <dsp:cNvSpPr/>
      </dsp:nvSpPr>
      <dsp:spPr>
        <a:xfrm>
          <a:off x="0" y="576776"/>
          <a:ext cx="2464593" cy="147875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Use of simulated SOC data instead of real enterprise telemetry.</a:t>
          </a:r>
        </a:p>
      </dsp:txBody>
      <dsp:txXfrm>
        <a:off x="0" y="576776"/>
        <a:ext cx="2464593" cy="1478756"/>
      </dsp:txXfrm>
    </dsp:sp>
    <dsp:sp modelId="{9F1B533B-A02A-46BA-BF38-3D30AA56223D}">
      <dsp:nvSpPr>
        <dsp:cNvPr id="0" name=""/>
        <dsp:cNvSpPr/>
      </dsp:nvSpPr>
      <dsp:spPr>
        <a:xfrm>
          <a:off x="2711053" y="576776"/>
          <a:ext cx="2464593" cy="1478756"/>
        </a:xfrm>
        <a:prstGeom prst="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ML models (XGBoost, LSTM) implemented as placeholders, not fully trained.</a:t>
          </a:r>
        </a:p>
      </dsp:txBody>
      <dsp:txXfrm>
        <a:off x="2711053" y="576776"/>
        <a:ext cx="2464593" cy="1478756"/>
      </dsp:txXfrm>
    </dsp:sp>
    <dsp:sp modelId="{2A7139DA-125B-4C2E-83F9-B5F0851F270B}">
      <dsp:nvSpPr>
        <dsp:cNvPr id="0" name=""/>
        <dsp:cNvSpPr/>
      </dsp:nvSpPr>
      <dsp:spPr>
        <a:xfrm>
          <a:off x="5422106" y="576776"/>
          <a:ext cx="2464593" cy="1478756"/>
        </a:xfrm>
        <a:prstGeom prst="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Minimal UI without advanced visualization.</a:t>
          </a:r>
        </a:p>
      </dsp:txBody>
      <dsp:txXfrm>
        <a:off x="5422106" y="576776"/>
        <a:ext cx="2464593" cy="1478756"/>
      </dsp:txXfrm>
    </dsp:sp>
    <dsp:sp modelId="{EEEE2B98-C3E6-491B-AEA6-BCCFC7F4A5E2}">
      <dsp:nvSpPr>
        <dsp:cNvPr id="0" name=""/>
        <dsp:cNvSpPr/>
      </dsp:nvSpPr>
      <dsp:spPr>
        <a:xfrm>
          <a:off x="1355526" y="2301991"/>
          <a:ext cx="2464593" cy="1478756"/>
        </a:xfrm>
        <a:prstGeom prst="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No deployment in a live SOC environment.</a:t>
          </a:r>
        </a:p>
      </dsp:txBody>
      <dsp:txXfrm>
        <a:off x="1355526" y="2301991"/>
        <a:ext cx="2464593" cy="1478756"/>
      </dsp:txXfrm>
    </dsp:sp>
    <dsp:sp modelId="{A95115B0-63A8-4E8F-B532-F8EB87D2EB83}">
      <dsp:nvSpPr>
        <dsp:cNvPr id="0" name=""/>
        <dsp:cNvSpPr/>
      </dsp:nvSpPr>
      <dsp:spPr>
        <a:xfrm>
          <a:off x="4066579" y="2301991"/>
          <a:ext cx="2464593" cy="1478756"/>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Adversarial ML defenses not yet implemented.</a:t>
          </a:r>
        </a:p>
      </dsp:txBody>
      <dsp:txXfrm>
        <a:off x="4066579" y="2301991"/>
        <a:ext cx="2464593" cy="147875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D4569-B870-4FC1-8723-AE5700CAD687}">
      <dsp:nvSpPr>
        <dsp:cNvPr id="0" name=""/>
        <dsp:cNvSpPr/>
      </dsp:nvSpPr>
      <dsp:spPr>
        <a:xfrm>
          <a:off x="1214358" y="156363"/>
          <a:ext cx="1611909" cy="1611909"/>
        </a:xfrm>
        <a:prstGeom prst="downArrow">
          <a:avLst>
            <a:gd name="adj1" fmla="val 50000"/>
            <a:gd name="adj2" fmla="val 35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kern="1200"/>
            <a:t>AI should augment, not replace, SOC analysts.</a:t>
          </a:r>
        </a:p>
      </dsp:txBody>
      <dsp:txXfrm>
        <a:off x="1617335" y="156363"/>
        <a:ext cx="805955" cy="1329825"/>
      </dsp:txXfrm>
    </dsp:sp>
    <dsp:sp modelId="{7C7E0C36-CEE3-494C-8578-2C45BA2E5FCC}">
      <dsp:nvSpPr>
        <dsp:cNvPr id="0" name=""/>
        <dsp:cNvSpPr/>
      </dsp:nvSpPr>
      <dsp:spPr>
        <a:xfrm rot="5400000">
          <a:off x="2427709" y="1369714"/>
          <a:ext cx="1611909" cy="1611909"/>
        </a:xfrm>
        <a:prstGeom prst="downArrow">
          <a:avLst>
            <a:gd name="adj1" fmla="val 50000"/>
            <a:gd name="adj2" fmla="val 35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kern="1200"/>
            <a:t>Framework improves prioritization, transparency, and accountability.</a:t>
          </a:r>
        </a:p>
      </dsp:txBody>
      <dsp:txXfrm rot="-5400000">
        <a:off x="2709793" y="1772691"/>
        <a:ext cx="1329825" cy="805955"/>
      </dsp:txXfrm>
    </dsp:sp>
    <dsp:sp modelId="{40CD7B5E-2AA2-48E5-8BE3-2B51E75CA1F0}">
      <dsp:nvSpPr>
        <dsp:cNvPr id="0" name=""/>
        <dsp:cNvSpPr/>
      </dsp:nvSpPr>
      <dsp:spPr>
        <a:xfrm rot="10800000">
          <a:off x="1214358" y="2583065"/>
          <a:ext cx="1611909" cy="1611909"/>
        </a:xfrm>
        <a:prstGeom prst="downArrow">
          <a:avLst>
            <a:gd name="adj1" fmla="val 50000"/>
            <a:gd name="adj2" fmla="val 35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kern="1200"/>
            <a:t>Provides a roadmap for responsible AI in SOC environments.</a:t>
          </a:r>
        </a:p>
      </dsp:txBody>
      <dsp:txXfrm rot="10800000">
        <a:off x="1617335" y="2865149"/>
        <a:ext cx="805955" cy="1329825"/>
      </dsp:txXfrm>
    </dsp:sp>
    <dsp:sp modelId="{0E0C1A6A-FBD6-4578-A0EE-EF4C6B99B80D}">
      <dsp:nvSpPr>
        <dsp:cNvPr id="0" name=""/>
        <dsp:cNvSpPr/>
      </dsp:nvSpPr>
      <dsp:spPr>
        <a:xfrm rot="16200000">
          <a:off x="1007" y="1369714"/>
          <a:ext cx="1611909" cy="1611909"/>
        </a:xfrm>
        <a:prstGeom prst="downArrow">
          <a:avLst>
            <a:gd name="adj1" fmla="val 50000"/>
            <a:gd name="adj2" fmla="val 35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kern="1200" dirty="0"/>
            <a:t>Thank you!</a:t>
          </a:r>
          <a:br>
            <a:rPr lang="en-US" sz="900" kern="1200" dirty="0"/>
          </a:br>
          <a:endParaRPr lang="en-US" sz="900" kern="1200" dirty="0"/>
        </a:p>
      </dsp:txBody>
      <dsp:txXfrm rot="5400000">
        <a:off x="1007" y="1772691"/>
        <a:ext cx="1329825" cy="80595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14A0E4-A831-4E74-AC5F-B348660167EC}" type="datetimeFigureOut">
              <a:rPr lang="en-US" smtClean="0"/>
              <a:t>8/2/2026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94E745-F9F9-4FA1-969F-11A28C7CE7C3}" type="slidenum">
              <a:rPr lang="en-US" smtClean="0"/>
              <a:t>‹#›</a:t>
            </a:fld>
            <a:endParaRPr lang="en-US"/>
          </a:p>
        </p:txBody>
      </p:sp>
    </p:spTree>
    <p:extLst>
      <p:ext uri="{BB962C8B-B14F-4D97-AF65-F5344CB8AC3E}">
        <p14:creationId xmlns:p14="http://schemas.microsoft.com/office/powerpoint/2010/main" val="3265183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My name is Purity Njenga, and I’m presenting my capstone project titled </a:t>
            </a:r>
            <a:r>
              <a:rPr lang="en-US" i="1" dirty="0"/>
              <a:t>AI‑Driven SOC Framework: Enhancing Threat Detection, Explainability, and Governance</a:t>
            </a:r>
            <a:r>
              <a:rPr lang="en-US" dirty="0"/>
              <a:t>. This project focuses on modernizing Security Operations Centers using deterministic algorithms, explainable AI concepts, and governance controls. I’ll walk you through the motivation, design, implementation, results, and future work.</a:t>
            </a:r>
          </a:p>
        </p:txBody>
      </p:sp>
      <p:sp>
        <p:nvSpPr>
          <p:cNvPr id="4" name="Slide Number Placeholder 3"/>
          <p:cNvSpPr>
            <a:spLocks noGrp="1"/>
          </p:cNvSpPr>
          <p:nvPr>
            <p:ph type="sldNum" sz="quarter" idx="5"/>
          </p:nvPr>
        </p:nvSpPr>
        <p:spPr/>
        <p:txBody>
          <a:bodyPr/>
          <a:lstStyle/>
          <a:p>
            <a:fld id="{2F94E745-F9F9-4FA1-969F-11A28C7CE7C3}" type="slidenum">
              <a:rPr lang="en-US" smtClean="0"/>
              <a:t>1</a:t>
            </a:fld>
            <a:endParaRPr lang="en-US"/>
          </a:p>
        </p:txBody>
      </p:sp>
    </p:spTree>
    <p:extLst>
      <p:ext uri="{BB962C8B-B14F-4D97-AF65-F5344CB8AC3E}">
        <p14:creationId xmlns:p14="http://schemas.microsoft.com/office/powerpoint/2010/main" val="2877688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begin with the background and the problem this project addresses. Then I’ll outline the objectives and scope. Next, I’ll walk through the system architecture and methodology. We’ll look at the implementation and results, followed by a discussion of limitations. Finally, I’ll conclude with key contributions and future work.</a:t>
            </a:r>
          </a:p>
        </p:txBody>
      </p:sp>
      <p:sp>
        <p:nvSpPr>
          <p:cNvPr id="4" name="Slide Number Placeholder 3"/>
          <p:cNvSpPr>
            <a:spLocks noGrp="1"/>
          </p:cNvSpPr>
          <p:nvPr>
            <p:ph type="sldNum" sz="quarter" idx="5"/>
          </p:nvPr>
        </p:nvSpPr>
        <p:spPr/>
        <p:txBody>
          <a:bodyPr/>
          <a:lstStyle/>
          <a:p>
            <a:fld id="{2F94E745-F9F9-4FA1-969F-11A28C7CE7C3}" type="slidenum">
              <a:rPr lang="en-US" smtClean="0"/>
              <a:t>2</a:t>
            </a:fld>
            <a:endParaRPr lang="en-US"/>
          </a:p>
        </p:txBody>
      </p:sp>
    </p:spTree>
    <p:extLst>
      <p:ext uri="{BB962C8B-B14F-4D97-AF65-F5344CB8AC3E}">
        <p14:creationId xmlns:p14="http://schemas.microsoft.com/office/powerpoint/2010/main" val="2791044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SOCs operate in environments with massive telemetry volumes. Traditional SIEM systems rely heavily on static rules and signatures, which struggle against modern threats like fileless malware and multi‑stage attacks. Analysts face alert fatigue, delayed triage, and limited time for proactive threat hunting. This creates a need for AI‑enabled detection, explainability, and governance to support more efficient and trustworthy SOC operations.</a:t>
            </a:r>
          </a:p>
        </p:txBody>
      </p:sp>
      <p:sp>
        <p:nvSpPr>
          <p:cNvPr id="4" name="Slide Number Placeholder 3"/>
          <p:cNvSpPr>
            <a:spLocks noGrp="1"/>
          </p:cNvSpPr>
          <p:nvPr>
            <p:ph type="sldNum" sz="quarter" idx="5"/>
          </p:nvPr>
        </p:nvSpPr>
        <p:spPr/>
        <p:txBody>
          <a:bodyPr/>
          <a:lstStyle/>
          <a:p>
            <a:fld id="{2F94E745-F9F9-4FA1-969F-11A28C7CE7C3}" type="slidenum">
              <a:rPr lang="en-US" smtClean="0"/>
              <a:t>3</a:t>
            </a:fld>
            <a:endParaRPr lang="en-US"/>
          </a:p>
        </p:txBody>
      </p:sp>
    </p:spTree>
    <p:extLst>
      <p:ext uri="{BB962C8B-B14F-4D97-AF65-F5344CB8AC3E}">
        <p14:creationId xmlns:p14="http://schemas.microsoft.com/office/powerpoint/2010/main" val="3811174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the misalignment between AI capabilities and SOC operational needs. Analysts are overwhelmed by high alert volumes and false positives. Black‑box AI models lack interpretability, making it hard for analysts to trust automated decisions. And without governance controls, automated responses can introduce risk. This project aims to bridge these gaps</a:t>
            </a:r>
          </a:p>
        </p:txBody>
      </p:sp>
      <p:sp>
        <p:nvSpPr>
          <p:cNvPr id="4" name="Slide Number Placeholder 3"/>
          <p:cNvSpPr>
            <a:spLocks noGrp="1"/>
          </p:cNvSpPr>
          <p:nvPr>
            <p:ph type="sldNum" sz="quarter" idx="5"/>
          </p:nvPr>
        </p:nvSpPr>
        <p:spPr/>
        <p:txBody>
          <a:bodyPr/>
          <a:lstStyle/>
          <a:p>
            <a:fld id="{2F94E745-F9F9-4FA1-969F-11A28C7CE7C3}" type="slidenum">
              <a:rPr lang="en-US" smtClean="0"/>
              <a:t>4</a:t>
            </a:fld>
            <a:endParaRPr lang="en-US"/>
          </a:p>
        </p:txBody>
      </p:sp>
    </p:spTree>
    <p:extLst>
      <p:ext uri="{BB962C8B-B14F-4D97-AF65-F5344CB8AC3E}">
        <p14:creationId xmlns:p14="http://schemas.microsoft.com/office/powerpoint/2010/main" val="1146540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five main objectives. First, design an integrated SOC framework combining detection, explainability, and governance. Second, demonstrate deterministic algorithms—QuickSort and Binary Search—for triage. Third, evaluate system performance using latency, accuracy, and usability metrics. Fourth, implement human‑in‑the‑loop governance and audit logging. And finally, provide a foundation for future SOC modernization.</a:t>
            </a:r>
          </a:p>
        </p:txBody>
      </p:sp>
      <p:sp>
        <p:nvSpPr>
          <p:cNvPr id="4" name="Slide Number Placeholder 3"/>
          <p:cNvSpPr>
            <a:spLocks noGrp="1"/>
          </p:cNvSpPr>
          <p:nvPr>
            <p:ph type="sldNum" sz="quarter" idx="5"/>
          </p:nvPr>
        </p:nvSpPr>
        <p:spPr/>
        <p:txBody>
          <a:bodyPr/>
          <a:lstStyle/>
          <a:p>
            <a:fld id="{2F94E745-F9F9-4FA1-969F-11A28C7CE7C3}" type="slidenum">
              <a:rPr lang="en-US" smtClean="0"/>
              <a:t>5</a:t>
            </a:fld>
            <a:endParaRPr lang="en-US"/>
          </a:p>
        </p:txBody>
      </p:sp>
    </p:spTree>
    <p:extLst>
      <p:ext uri="{BB962C8B-B14F-4D97-AF65-F5344CB8AC3E}">
        <p14:creationId xmlns:p14="http://schemas.microsoft.com/office/powerpoint/2010/main" val="3516742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architecture consists of four layers. The ingestion layer normalizes raw logs. The detection layer includes placeholders for XGBoost and LSTM models. The explainability layer integrates SHAP and LIME concepts. And the governance layer enforces human oversight, audit logging, and controlled response actions. This layered design ensures transparency, accountability, and modularity.</a:t>
            </a:r>
          </a:p>
        </p:txBody>
      </p:sp>
      <p:sp>
        <p:nvSpPr>
          <p:cNvPr id="4" name="Slide Number Placeholder 3"/>
          <p:cNvSpPr>
            <a:spLocks noGrp="1"/>
          </p:cNvSpPr>
          <p:nvPr>
            <p:ph type="sldNum" sz="quarter" idx="5"/>
          </p:nvPr>
        </p:nvSpPr>
        <p:spPr/>
        <p:txBody>
          <a:bodyPr/>
          <a:lstStyle/>
          <a:p>
            <a:fld id="{2F94E745-F9F9-4FA1-969F-11A28C7CE7C3}" type="slidenum">
              <a:rPr lang="en-US" smtClean="0"/>
              <a:t>6</a:t>
            </a:fld>
            <a:endParaRPr lang="en-US"/>
          </a:p>
        </p:txBody>
      </p:sp>
    </p:spTree>
    <p:extLst>
      <p:ext uri="{BB962C8B-B14F-4D97-AF65-F5344CB8AC3E}">
        <p14:creationId xmlns:p14="http://schemas.microsoft.com/office/powerpoint/2010/main" val="868400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QuickSort and Binary Search form the deterministic triage engine. QuickSort orders severity values extracted from SOC logs. Binary Search rapidly identifies the highest severity event. These algorithms are fast, predictable, and transparent—making them ideal for preprocessing before AI‑based detection. They also help reduce analyst workload by prioritizing critical events.</a:t>
            </a:r>
          </a:p>
        </p:txBody>
      </p:sp>
      <p:sp>
        <p:nvSpPr>
          <p:cNvPr id="4" name="Slide Number Placeholder 3"/>
          <p:cNvSpPr>
            <a:spLocks noGrp="1"/>
          </p:cNvSpPr>
          <p:nvPr>
            <p:ph type="sldNum" sz="quarter" idx="5"/>
          </p:nvPr>
        </p:nvSpPr>
        <p:spPr/>
        <p:txBody>
          <a:bodyPr/>
          <a:lstStyle/>
          <a:p>
            <a:fld id="{2F94E745-F9F9-4FA1-969F-11A28C7CE7C3}" type="slidenum">
              <a:rPr lang="en-US" smtClean="0"/>
              <a:t>7</a:t>
            </a:fld>
            <a:endParaRPr lang="en-US"/>
          </a:p>
        </p:txBody>
      </p:sp>
    </p:spTree>
    <p:extLst>
      <p:ext uri="{BB962C8B-B14F-4D97-AF65-F5344CB8AC3E}">
        <p14:creationId xmlns:p14="http://schemas.microsoft.com/office/powerpoint/2010/main" val="1175183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built using FastAPI for high‑performance routing. The </a:t>
            </a:r>
            <a:r>
              <a:rPr lang="en-US" sz="1200" kern="1200" dirty="0">
                <a:solidFill>
                  <a:schemeClr val="tx1"/>
                </a:solidFill>
                <a:latin typeface="+mn-lt"/>
                <a:ea typeface="+mn-ea"/>
                <a:cs typeface="+mn-cs"/>
              </a:rPr>
              <a:t>/process_logs</a:t>
            </a:r>
            <a:r>
              <a:rPr lang="en-US" dirty="0"/>
              <a:t> endpoint receives log batches, normalizes them, applies the algorithms, and returns results. SQLite stores severity values, lookup results, timestamps, and governance actions. This modular backend supports future integration of ML models and explainability tools.</a:t>
            </a:r>
          </a:p>
        </p:txBody>
      </p:sp>
      <p:sp>
        <p:nvSpPr>
          <p:cNvPr id="4" name="Slide Number Placeholder 3"/>
          <p:cNvSpPr>
            <a:spLocks noGrp="1"/>
          </p:cNvSpPr>
          <p:nvPr>
            <p:ph type="sldNum" sz="quarter" idx="5"/>
          </p:nvPr>
        </p:nvSpPr>
        <p:spPr/>
        <p:txBody>
          <a:bodyPr/>
          <a:lstStyle/>
          <a:p>
            <a:fld id="{2F94E745-F9F9-4FA1-969F-11A28C7CE7C3}" type="slidenum">
              <a:rPr lang="en-US" smtClean="0"/>
              <a:t>8</a:t>
            </a:fld>
            <a:endParaRPr lang="en-US"/>
          </a:p>
        </p:txBody>
      </p:sp>
    </p:spTree>
    <p:extLst>
      <p:ext uri="{BB962C8B-B14F-4D97-AF65-F5344CB8AC3E}">
        <p14:creationId xmlns:p14="http://schemas.microsoft.com/office/powerpoint/2010/main" val="2401136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system components interact. The UI submits logs to the API. The backend processes them and stores results in SQLite. The UI then displays sorted severity values and lookup indices. This end‑to‑end workflow demonstrates how ingestion, triage, persistence, and display work together</a:t>
            </a:r>
          </a:p>
        </p:txBody>
      </p:sp>
      <p:sp>
        <p:nvSpPr>
          <p:cNvPr id="4" name="Slide Number Placeholder 3"/>
          <p:cNvSpPr>
            <a:spLocks noGrp="1"/>
          </p:cNvSpPr>
          <p:nvPr>
            <p:ph type="sldNum" sz="quarter" idx="5"/>
          </p:nvPr>
        </p:nvSpPr>
        <p:spPr/>
        <p:txBody>
          <a:bodyPr/>
          <a:lstStyle/>
          <a:p>
            <a:fld id="{2F94E745-F9F9-4FA1-969F-11A28C7CE7C3}" type="slidenum">
              <a:rPr lang="en-US" smtClean="0"/>
              <a:t>9</a:t>
            </a:fld>
            <a:endParaRPr lang="en-US"/>
          </a:p>
        </p:txBody>
      </p:sp>
    </p:spTree>
    <p:extLst>
      <p:ext uri="{BB962C8B-B14F-4D97-AF65-F5344CB8AC3E}">
        <p14:creationId xmlns:p14="http://schemas.microsoft.com/office/powerpoint/2010/main" val="155983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performed extremely well during testing. QuickSort achieved near‑instantaneous latency—around 6.9e‑06 seconds. Binary Search achieved 100% accuracy. Usability testing scored 4.8 out of 5, showing strong analyst satisfaction. These results confirm the reliability and efficiency of deterministic triage.</a:t>
            </a:r>
          </a:p>
        </p:txBody>
      </p:sp>
      <p:sp>
        <p:nvSpPr>
          <p:cNvPr id="4" name="Slide Number Placeholder 3"/>
          <p:cNvSpPr>
            <a:spLocks noGrp="1"/>
          </p:cNvSpPr>
          <p:nvPr>
            <p:ph type="sldNum" sz="quarter" idx="5"/>
          </p:nvPr>
        </p:nvSpPr>
        <p:spPr/>
        <p:txBody>
          <a:bodyPr/>
          <a:lstStyle/>
          <a:p>
            <a:fld id="{2F94E745-F9F9-4FA1-969F-11A28C7CE7C3}" type="slidenum">
              <a:rPr lang="en-US" smtClean="0"/>
              <a:t>10</a:t>
            </a:fld>
            <a:endParaRPr lang="en-US"/>
          </a:p>
        </p:txBody>
      </p:sp>
    </p:spTree>
    <p:extLst>
      <p:ext uri="{BB962C8B-B14F-4D97-AF65-F5344CB8AC3E}">
        <p14:creationId xmlns:p14="http://schemas.microsoft.com/office/powerpoint/2010/main" val="3413438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aligns with existing research on SOC modernization. It addresses SIEM limitations highlighted by Alshamrani et al. It supports ML detection foundations from Buczak &amp; Guven and Chen &amp; Guestrin. It integrates explainability concepts from SHAP and LIME. And it aligns with NIST AI RMF principles on responsible AI governance.</a:t>
            </a:r>
          </a:p>
        </p:txBody>
      </p:sp>
      <p:sp>
        <p:nvSpPr>
          <p:cNvPr id="4" name="Slide Number Placeholder 3"/>
          <p:cNvSpPr>
            <a:spLocks noGrp="1"/>
          </p:cNvSpPr>
          <p:nvPr>
            <p:ph type="sldNum" sz="quarter" idx="5"/>
          </p:nvPr>
        </p:nvSpPr>
        <p:spPr/>
        <p:txBody>
          <a:bodyPr/>
          <a:lstStyle/>
          <a:p>
            <a:fld id="{2F94E745-F9F9-4FA1-969F-11A28C7CE7C3}" type="slidenum">
              <a:rPr lang="en-US" smtClean="0"/>
              <a:t>11</a:t>
            </a:fld>
            <a:endParaRPr lang="en-US"/>
          </a:p>
        </p:txBody>
      </p:sp>
    </p:spTree>
    <p:extLst>
      <p:ext uri="{BB962C8B-B14F-4D97-AF65-F5344CB8AC3E}">
        <p14:creationId xmlns:p14="http://schemas.microsoft.com/office/powerpoint/2010/main" val="2340029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limitations. The system uses simulated SOC data. ML models are placeholders rather than fully trained. The UI is minimal and lacks advanced visualization. The system hasn’t been deployed in a live SOC environment. And adversarial ML defenses are not yet implemented. These limitations guide future improvements.</a:t>
            </a:r>
          </a:p>
        </p:txBody>
      </p:sp>
      <p:sp>
        <p:nvSpPr>
          <p:cNvPr id="4" name="Slide Number Placeholder 3"/>
          <p:cNvSpPr>
            <a:spLocks noGrp="1"/>
          </p:cNvSpPr>
          <p:nvPr>
            <p:ph type="sldNum" sz="quarter" idx="5"/>
          </p:nvPr>
        </p:nvSpPr>
        <p:spPr/>
        <p:txBody>
          <a:bodyPr/>
          <a:lstStyle/>
          <a:p>
            <a:fld id="{2F94E745-F9F9-4FA1-969F-11A28C7CE7C3}" type="slidenum">
              <a:rPr lang="en-US" smtClean="0"/>
              <a:t>12</a:t>
            </a:fld>
            <a:endParaRPr lang="en-US"/>
          </a:p>
        </p:txBody>
      </p:sp>
    </p:spTree>
    <p:extLst>
      <p:ext uri="{BB962C8B-B14F-4D97-AF65-F5344CB8AC3E}">
        <p14:creationId xmlns:p14="http://schemas.microsoft.com/office/powerpoint/2010/main" val="4152494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includes integrating fully trained XGBoost and LSTM models. Implementing full SHAP and LIME visualizations. Deploying the system in a real SOC environment. Adding adversarial ML defenses and drift monitoring. And integrating with SOAR platforms for controlled automation.</a:t>
            </a:r>
          </a:p>
        </p:txBody>
      </p:sp>
      <p:sp>
        <p:nvSpPr>
          <p:cNvPr id="4" name="Slide Number Placeholder 3"/>
          <p:cNvSpPr>
            <a:spLocks noGrp="1"/>
          </p:cNvSpPr>
          <p:nvPr>
            <p:ph type="sldNum" sz="quarter" idx="5"/>
          </p:nvPr>
        </p:nvSpPr>
        <p:spPr/>
        <p:txBody>
          <a:bodyPr/>
          <a:lstStyle/>
          <a:p>
            <a:fld id="{2F94E745-F9F9-4FA1-969F-11A28C7CE7C3}" type="slidenum">
              <a:rPr lang="en-US" smtClean="0"/>
              <a:t>13</a:t>
            </a:fld>
            <a:endParaRPr lang="en-US"/>
          </a:p>
        </p:txBody>
      </p:sp>
    </p:spTree>
    <p:extLst>
      <p:ext uri="{BB962C8B-B14F-4D97-AF65-F5344CB8AC3E}">
        <p14:creationId xmlns:p14="http://schemas.microsoft.com/office/powerpoint/2010/main" val="1575045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makes several contributions. It presents an integrated AI‑driven SOC architecture. It demonstrates deterministic triage using QuickSort and Binary Search. It introduces an explainability‑centered workflow. It implements governance‑aligned response controls. And it provides a practical foundation for future SOC modernization.</a:t>
            </a:r>
          </a:p>
        </p:txBody>
      </p:sp>
      <p:sp>
        <p:nvSpPr>
          <p:cNvPr id="4" name="Slide Number Placeholder 3"/>
          <p:cNvSpPr>
            <a:spLocks noGrp="1"/>
          </p:cNvSpPr>
          <p:nvPr>
            <p:ph type="sldNum" sz="quarter" idx="5"/>
          </p:nvPr>
        </p:nvSpPr>
        <p:spPr/>
        <p:txBody>
          <a:bodyPr/>
          <a:lstStyle/>
          <a:p>
            <a:fld id="{2F94E745-F9F9-4FA1-969F-11A28C7CE7C3}" type="slidenum">
              <a:rPr lang="en-US" smtClean="0"/>
              <a:t>14</a:t>
            </a:fld>
            <a:endParaRPr lang="en-US"/>
          </a:p>
        </p:txBody>
      </p:sp>
    </p:spTree>
    <p:extLst>
      <p:ext uri="{BB962C8B-B14F-4D97-AF65-F5344CB8AC3E}">
        <p14:creationId xmlns:p14="http://schemas.microsoft.com/office/powerpoint/2010/main" val="1033557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a:t>
            </a:r>
          </a:p>
          <a:p>
            <a:r>
              <a:rPr lang="en-US" dirty="0"/>
              <a:t>AI should augment—not replace—SOC analysts!</a:t>
            </a:r>
          </a:p>
          <a:p>
            <a:endParaRPr lang="en-US" dirty="0"/>
          </a:p>
          <a:p>
            <a:r>
              <a:rPr lang="en-US" dirty="0"/>
              <a:t>This framework improves prioritization, transparency, and accountability. It supports responsible AI adoption in cybersecurity environments. </a:t>
            </a:r>
          </a:p>
          <a:p>
            <a:endParaRPr lang="en-US" dirty="0"/>
          </a:p>
          <a:p>
            <a:r>
              <a:rPr lang="en-US" dirty="0"/>
              <a:t>Thank you for your time!</a:t>
            </a:r>
          </a:p>
        </p:txBody>
      </p:sp>
      <p:sp>
        <p:nvSpPr>
          <p:cNvPr id="4" name="Slide Number Placeholder 3"/>
          <p:cNvSpPr>
            <a:spLocks noGrp="1"/>
          </p:cNvSpPr>
          <p:nvPr>
            <p:ph type="sldNum" sz="quarter" idx="5"/>
          </p:nvPr>
        </p:nvSpPr>
        <p:spPr/>
        <p:txBody>
          <a:bodyPr/>
          <a:lstStyle/>
          <a:p>
            <a:fld id="{2F94E745-F9F9-4FA1-969F-11A28C7CE7C3}" type="slidenum">
              <a:rPr lang="en-US" smtClean="0"/>
              <a:t>15</a:t>
            </a:fld>
            <a:endParaRPr lang="en-US"/>
          </a:p>
        </p:txBody>
      </p:sp>
    </p:spTree>
    <p:extLst>
      <p:ext uri="{BB962C8B-B14F-4D97-AF65-F5344CB8AC3E}">
        <p14:creationId xmlns:p14="http://schemas.microsoft.com/office/powerpoint/2010/main" val="3522627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6.jpeg"/><Relationship Id="rId7" Type="http://schemas.openxmlformats.org/officeDocument/2006/relationships/diagramColors" Target="../diagrams/colors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3.jpeg"/><Relationship Id="rId7" Type="http://schemas.openxmlformats.org/officeDocument/2006/relationships/diagramColors" Target="../diagrams/colors7.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Triangle 1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23900" y="1383528"/>
            <a:ext cx="4444491" cy="3167510"/>
          </a:xfrm>
        </p:spPr>
        <p:txBody>
          <a:bodyPr anchor="b">
            <a:normAutofit/>
          </a:bodyPr>
          <a:lstStyle/>
          <a:p>
            <a:pPr algn="r">
              <a:lnSpc>
                <a:spcPct val="90000"/>
              </a:lnSpc>
            </a:pPr>
            <a:r>
              <a:rPr lang="en-US" sz="4000"/>
              <a:t>AI-Driven SOC Framework:</a:t>
            </a:r>
          </a:p>
          <a:p>
            <a:pPr algn="r">
              <a:lnSpc>
                <a:spcPct val="90000"/>
              </a:lnSpc>
            </a:pPr>
            <a:r>
              <a:rPr lang="en-US" sz="4000"/>
              <a:t>Threat Detection, Explainability, and Governance</a:t>
            </a:r>
          </a:p>
        </p:txBody>
      </p:sp>
      <p:sp>
        <p:nvSpPr>
          <p:cNvPr id="3" name="Subtitle 2"/>
          <p:cNvSpPr>
            <a:spLocks noGrp="1"/>
          </p:cNvSpPr>
          <p:nvPr>
            <p:ph type="subTitle" idx="1"/>
          </p:nvPr>
        </p:nvSpPr>
        <p:spPr>
          <a:xfrm>
            <a:off x="723900" y="4582814"/>
            <a:ext cx="4444491" cy="1312657"/>
          </a:xfrm>
        </p:spPr>
        <p:txBody>
          <a:bodyPr anchor="t">
            <a:normAutofit/>
          </a:bodyPr>
          <a:lstStyle/>
          <a:p>
            <a:pPr algn="r">
              <a:lnSpc>
                <a:spcPct val="90000"/>
              </a:lnSpc>
            </a:pPr>
            <a:r>
              <a:rPr lang="en-US" sz="2200"/>
              <a:t>Capstone Defense</a:t>
            </a:r>
          </a:p>
          <a:p>
            <a:pPr algn="r">
              <a:lnSpc>
                <a:spcPct val="90000"/>
              </a:lnSpc>
            </a:pPr>
            <a:r>
              <a:rPr lang="en-US" sz="2200"/>
              <a:t>Purity W. Njenga</a:t>
            </a:r>
          </a:p>
          <a:p>
            <a:pPr algn="r">
              <a:lnSpc>
                <a:spcPct val="90000"/>
              </a:lnSpc>
            </a:pPr>
            <a:r>
              <a:rPr lang="en-US" sz="2200"/>
              <a:t>MSIT 5910 – University of the People</a:t>
            </a:r>
          </a:p>
        </p:txBody>
      </p:sp>
      <p:pic>
        <p:nvPicPr>
          <p:cNvPr id="7" name="Graphic 6" descr="Robot">
            <a:extLst>
              <a:ext uri="{FF2B5EF4-FFF2-40B4-BE49-F238E27FC236}">
                <a16:creationId xmlns:a16="http://schemas.microsoft.com/office/drawing/2014/main" id="{0D5DFAE8-41AE-EDA0-85BC-F2EC29D921C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49721" y="2471017"/>
            <a:ext cx="1966329" cy="19663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dirty="0">
                <a:solidFill>
                  <a:schemeClr val="bg1"/>
                </a:solidFill>
              </a:rPr>
              <a:t>Agenda</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800BB0CD-985B-D6B4-B09A-EC392E8FE6C9}"/>
              </a:ext>
            </a:extLst>
          </p:cNvPr>
          <p:cNvGraphicFramePr>
            <a:graphicFrameLocks noGrp="1"/>
          </p:cNvGraphicFramePr>
          <p:nvPr>
            <p:ph idx="1"/>
            <p:extLst>
              <p:ext uri="{D42A27DB-BD31-4B8C-83A1-F6EECF244321}">
                <p14:modId xmlns:p14="http://schemas.microsoft.com/office/powerpoint/2010/main" val="1684378563"/>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6F39C2-8746-4599-843B-CED156C408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D714AD-9E94-4752-AA45-D4B0EAAB5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4652"/>
            <a:ext cx="3333122" cy="632334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49558" y="767258"/>
            <a:ext cx="2407001" cy="5323484"/>
          </a:xfrm>
        </p:spPr>
        <p:txBody>
          <a:bodyPr>
            <a:normAutofit/>
          </a:bodyPr>
          <a:lstStyle/>
          <a:p>
            <a:r>
              <a:rPr lang="en-US" sz="2400">
                <a:solidFill>
                  <a:schemeClr val="bg1"/>
                </a:solidFill>
              </a:rPr>
              <a:t>Background of the Study</a:t>
            </a:r>
          </a:p>
        </p:txBody>
      </p:sp>
      <p:sp>
        <p:nvSpPr>
          <p:cNvPr id="13" name="Rectangle 12">
            <a:extLst>
              <a:ext uri="{FF2B5EF4-FFF2-40B4-BE49-F238E27FC236}">
                <a16:creationId xmlns:a16="http://schemas.microsoft.com/office/drawing/2014/main" id="{7FF89E09-42FB-4694-96E4-95652B1D83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9882" y="3404998"/>
            <a:ext cx="6858002" cy="4800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5D3C032-881F-4579-A4BF-0FA966E9F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70645"/>
            <a:ext cx="9144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F756DA4-44EC-6C83-1EB8-4B27A66BF7CC}"/>
              </a:ext>
            </a:extLst>
          </p:cNvPr>
          <p:cNvGraphicFramePr>
            <a:graphicFrameLocks noGrp="1"/>
          </p:cNvGraphicFramePr>
          <p:nvPr>
            <p:ph idx="1"/>
            <p:extLst>
              <p:ext uri="{D42A27DB-BD31-4B8C-83A1-F6EECF244321}">
                <p14:modId xmlns:p14="http://schemas.microsoft.com/office/powerpoint/2010/main" val="2657534182"/>
              </p:ext>
            </p:extLst>
          </p:nvPr>
        </p:nvGraphicFramePr>
        <p:xfrm>
          <a:off x="3932187" y="1005298"/>
          <a:ext cx="4817176" cy="50854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Problem Statement</a:t>
            </a:r>
          </a:p>
        </p:txBody>
      </p:sp>
      <p:sp>
        <p:nvSpPr>
          <p:cNvPr id="3" name="Content Placeholder 2"/>
          <p:cNvSpPr>
            <a:spLocks noGrp="1"/>
          </p:cNvSpPr>
          <p:nvPr>
            <p:ph idx="1"/>
          </p:nvPr>
        </p:nvSpPr>
        <p:spPr>
          <a:xfrm>
            <a:off x="571351" y="2743200"/>
            <a:ext cx="3485179" cy="3613149"/>
          </a:xfrm>
        </p:spPr>
        <p:txBody>
          <a:bodyPr anchor="ctr">
            <a:normAutofit/>
          </a:bodyPr>
          <a:lstStyle/>
          <a:p>
            <a:pPr>
              <a:defRPr sz="2400"/>
            </a:pPr>
            <a:r>
              <a:rPr lang="en-US" sz="1700"/>
              <a:t>Misalignment between AI capabilities and SOC operational needs.</a:t>
            </a:r>
          </a:p>
          <a:p>
            <a:pPr>
              <a:defRPr sz="2400"/>
            </a:pPr>
            <a:r>
              <a:rPr lang="en-US" sz="1700"/>
              <a:t>High alert volume and false positives overwhelm analysts.</a:t>
            </a:r>
          </a:p>
          <a:p>
            <a:pPr>
              <a:defRPr sz="2400"/>
            </a:pPr>
            <a:r>
              <a:rPr lang="en-US" sz="1700"/>
              <a:t>Limited interpretability of automated decisions (black-box models).</a:t>
            </a:r>
          </a:p>
          <a:p>
            <a:pPr>
              <a:defRPr sz="2400"/>
            </a:pPr>
            <a:r>
              <a:rPr lang="en-US" sz="1700"/>
              <a:t>Governance gaps: lack of human oversight, auditability, and accountability.</a:t>
            </a:r>
          </a:p>
        </p:txBody>
      </p:sp>
      <p:pic>
        <p:nvPicPr>
          <p:cNvPr id="5" name="Picture 4" descr="Digital financial graph">
            <a:extLst>
              <a:ext uri="{FF2B5EF4-FFF2-40B4-BE49-F238E27FC236}">
                <a16:creationId xmlns:a16="http://schemas.microsoft.com/office/drawing/2014/main" id="{917DE33D-6913-448E-A728-010F69A8524D}"/>
              </a:ext>
            </a:extLst>
          </p:cNvPr>
          <p:cNvPicPr>
            <a:picLocks noChangeAspect="1"/>
          </p:cNvPicPr>
          <p:nvPr/>
        </p:nvPicPr>
        <p:blipFill>
          <a:blip r:embed="rId3"/>
          <a:srcRect l="38872" r="23586"/>
          <a:stretch>
            <a:fillRect/>
          </a:stretch>
        </p:blipFill>
        <p:spPr>
          <a:xfrm>
            <a:off x="4572000" y="1"/>
            <a:ext cx="4577118"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Top view of cubes connected with black lines">
            <a:extLst>
              <a:ext uri="{FF2B5EF4-FFF2-40B4-BE49-F238E27FC236}">
                <a16:creationId xmlns:a16="http://schemas.microsoft.com/office/drawing/2014/main" id="{8033718F-D8C2-190B-8DFD-263226F1C622}"/>
              </a:ext>
            </a:extLst>
          </p:cNvPr>
          <p:cNvPicPr>
            <a:picLocks noChangeAspect="1"/>
          </p:cNvPicPr>
          <p:nvPr/>
        </p:nvPicPr>
        <p:blipFill>
          <a:blip r:embed="rId3"/>
          <a:srcRect l="32774" r="22852"/>
          <a:stretch>
            <a:fillRect/>
          </a:stretch>
        </p:blipFill>
        <p:spPr>
          <a:xfrm>
            <a:off x="20" y="-2"/>
            <a:ext cx="4057627"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86487" y="405685"/>
            <a:ext cx="4098726" cy="1559301"/>
          </a:xfrm>
        </p:spPr>
        <p:txBody>
          <a:bodyPr>
            <a:normAutofit/>
          </a:bodyPr>
          <a:lstStyle/>
          <a:p>
            <a:r>
              <a:rPr lang="en-US" sz="3500"/>
              <a:t>Objectives of the Study</a:t>
            </a:r>
          </a:p>
        </p:txBody>
      </p:sp>
      <p:sp>
        <p:nvSpPr>
          <p:cNvPr id="3" name="Content Placeholder 2"/>
          <p:cNvSpPr>
            <a:spLocks noGrp="1"/>
          </p:cNvSpPr>
          <p:nvPr>
            <p:ph idx="1"/>
          </p:nvPr>
        </p:nvSpPr>
        <p:spPr>
          <a:xfrm>
            <a:off x="4586487" y="2743200"/>
            <a:ext cx="3935505" cy="3496878"/>
          </a:xfrm>
        </p:spPr>
        <p:txBody>
          <a:bodyPr anchor="ctr">
            <a:normAutofit/>
          </a:bodyPr>
          <a:lstStyle/>
          <a:p>
            <a:pPr>
              <a:defRPr sz="2400"/>
            </a:pPr>
            <a:r>
              <a:rPr lang="en-US" sz="1700"/>
              <a:t>Design an AI-driven SOC framework integrating detection, explainability, and governance.</a:t>
            </a:r>
          </a:p>
          <a:p>
            <a:pPr>
              <a:defRPr sz="2400"/>
            </a:pPr>
            <a:r>
              <a:rPr lang="en-US" sz="1700"/>
              <a:t>Demonstrate QuickSort and Binary Search for deterministic triage.</a:t>
            </a:r>
          </a:p>
          <a:p>
            <a:pPr>
              <a:defRPr sz="2400"/>
            </a:pPr>
            <a:r>
              <a:rPr lang="en-US" sz="1700"/>
              <a:t>Evaluate latency, accuracy, throughput, and usability.</a:t>
            </a:r>
          </a:p>
          <a:p>
            <a:pPr>
              <a:defRPr sz="2400"/>
            </a:pPr>
            <a:r>
              <a:rPr lang="en-US" sz="1700"/>
              <a:t>Implement human-in-the-loop governance and audit logging.</a:t>
            </a:r>
          </a:p>
          <a:p>
            <a:pPr>
              <a:defRPr sz="2400"/>
            </a:pPr>
            <a:r>
              <a:rPr lang="en-US" sz="1700"/>
              <a:t>Provide a foundation for future SOC modernization and ML integration.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pPr>
              <a:lnSpc>
                <a:spcPct val="90000"/>
              </a:lnSpc>
            </a:pPr>
            <a:r>
              <a:rPr lang="en-US" sz="3500"/>
              <a:t>System Architecture Overview</a:t>
            </a:r>
          </a:p>
        </p:txBody>
      </p:sp>
      <p:sp>
        <p:nvSpPr>
          <p:cNvPr id="3" name="Content Placeholder 2"/>
          <p:cNvSpPr>
            <a:spLocks noGrp="1"/>
          </p:cNvSpPr>
          <p:nvPr>
            <p:ph idx="1"/>
          </p:nvPr>
        </p:nvSpPr>
        <p:spPr>
          <a:xfrm>
            <a:off x="571351" y="2743200"/>
            <a:ext cx="3485179" cy="3613149"/>
          </a:xfrm>
        </p:spPr>
        <p:txBody>
          <a:bodyPr anchor="ctr">
            <a:normAutofit/>
          </a:bodyPr>
          <a:lstStyle/>
          <a:p>
            <a:pPr>
              <a:defRPr sz="2400"/>
            </a:pPr>
            <a:r>
              <a:rPr lang="en-US" sz="1700"/>
              <a:t>Four-layer architecture:</a:t>
            </a:r>
          </a:p>
          <a:p>
            <a:pPr>
              <a:defRPr sz="2400"/>
            </a:pPr>
            <a:r>
              <a:rPr lang="en-US" sz="1700"/>
              <a:t>1. Data Ingestion and Normalization</a:t>
            </a:r>
          </a:p>
          <a:p>
            <a:pPr>
              <a:defRPr sz="2400"/>
            </a:pPr>
            <a:r>
              <a:rPr lang="en-US" sz="1700"/>
              <a:t>2. AI-Based Threat Detection (placeholders: XGBoost, LSTM)</a:t>
            </a:r>
          </a:p>
          <a:p>
            <a:pPr>
              <a:defRPr sz="2400"/>
            </a:pPr>
            <a:r>
              <a:rPr lang="en-US" sz="1700"/>
              <a:t>3. Explainable AI Triage (SHAP, LIME placeholders)</a:t>
            </a:r>
          </a:p>
          <a:p>
            <a:pPr>
              <a:defRPr sz="2400"/>
            </a:pPr>
            <a:r>
              <a:rPr lang="en-US" sz="1700"/>
              <a:t>4. Governance and Response (human-in-the-loop, audit logs)</a:t>
            </a:r>
          </a:p>
        </p:txBody>
      </p:sp>
      <p:pic>
        <p:nvPicPr>
          <p:cNvPr id="5" name="Picture 4" descr="Blue blocks and networks technology background">
            <a:extLst>
              <a:ext uri="{FF2B5EF4-FFF2-40B4-BE49-F238E27FC236}">
                <a16:creationId xmlns:a16="http://schemas.microsoft.com/office/drawing/2014/main" id="{CDDE850D-C114-64E3-3222-0D4FC8F61E04}"/>
              </a:ext>
            </a:extLst>
          </p:cNvPr>
          <p:cNvPicPr>
            <a:picLocks noChangeAspect="1"/>
          </p:cNvPicPr>
          <p:nvPr/>
        </p:nvPicPr>
        <p:blipFill>
          <a:blip r:embed="rId3"/>
          <a:srcRect l="15774" r="46684" b="-446"/>
          <a:stretch>
            <a:fillRect/>
          </a:stretch>
        </p:blipFill>
        <p:spPr>
          <a:xfrm>
            <a:off x="4572000" y="1"/>
            <a:ext cx="4577118"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pPr>
              <a:lnSpc>
                <a:spcPct val="90000"/>
              </a:lnSpc>
            </a:pPr>
            <a:r>
              <a:rPr lang="en-US" sz="3500"/>
              <a:t>Core Algorithms: QuickSort and Binary Search</a:t>
            </a:r>
          </a:p>
        </p:txBody>
      </p:sp>
      <p:sp>
        <p:nvSpPr>
          <p:cNvPr id="3" name="Content Placeholder 2"/>
          <p:cNvSpPr>
            <a:spLocks noGrp="1"/>
          </p:cNvSpPr>
          <p:nvPr>
            <p:ph idx="1"/>
          </p:nvPr>
        </p:nvSpPr>
        <p:spPr>
          <a:xfrm>
            <a:off x="571351" y="2743200"/>
            <a:ext cx="3485179" cy="3613149"/>
          </a:xfrm>
        </p:spPr>
        <p:txBody>
          <a:bodyPr anchor="ctr">
            <a:normAutofit/>
          </a:bodyPr>
          <a:lstStyle/>
          <a:p>
            <a:pPr>
              <a:defRPr sz="2400"/>
            </a:pPr>
            <a:r>
              <a:rPr lang="en-US" sz="1700"/>
              <a:t>QuickSort: sorts severity values from SOC logs for prioritization.</a:t>
            </a:r>
          </a:p>
          <a:p>
            <a:pPr>
              <a:defRPr sz="2400"/>
            </a:pPr>
            <a:r>
              <a:rPr lang="en-US" sz="1700"/>
              <a:t>Binary Search: locates highest severity events in sorted lists.</a:t>
            </a:r>
          </a:p>
          <a:p>
            <a:pPr>
              <a:defRPr sz="2400"/>
            </a:pPr>
            <a:r>
              <a:rPr lang="en-US" sz="1700"/>
              <a:t>Deterministic, fast, and transparent preprocessing.</a:t>
            </a:r>
          </a:p>
          <a:p>
            <a:pPr>
              <a:defRPr sz="2400"/>
            </a:pPr>
            <a:r>
              <a:rPr lang="en-US" sz="1700"/>
              <a:t>Serve as a stable foundation for AI-driven SOC triage.</a:t>
            </a:r>
          </a:p>
        </p:txBody>
      </p:sp>
      <p:pic>
        <p:nvPicPr>
          <p:cNvPr id="5" name="Picture 4" descr="Graph">
            <a:extLst>
              <a:ext uri="{FF2B5EF4-FFF2-40B4-BE49-F238E27FC236}">
                <a16:creationId xmlns:a16="http://schemas.microsoft.com/office/drawing/2014/main" id="{4A62321C-2AF7-FF5E-8336-FB8C9AD5D826}"/>
              </a:ext>
            </a:extLst>
          </p:cNvPr>
          <p:cNvPicPr>
            <a:picLocks noChangeAspect="1"/>
          </p:cNvPicPr>
          <p:nvPr/>
        </p:nvPicPr>
        <p:blipFill>
          <a:blip r:embed="rId3"/>
          <a:srcRect l="23510" r="34776"/>
          <a:stretch>
            <a:fillRect/>
          </a:stretch>
        </p:blipFill>
        <p:spPr>
          <a:xfrm>
            <a:off x="4572000" y="1"/>
            <a:ext cx="4577118"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359545" y="1070800"/>
            <a:ext cx="2954766" cy="5583126"/>
          </a:xfrm>
        </p:spPr>
        <p:txBody>
          <a:bodyPr>
            <a:normAutofit/>
          </a:bodyPr>
          <a:lstStyle/>
          <a:p>
            <a:r>
              <a:rPr lang="en-US" sz="3300" dirty="0"/>
              <a:t>Backend Implementation</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228A049-F1C2-1DA7-E60D-34C167160687}"/>
              </a:ext>
            </a:extLst>
          </p:cNvPr>
          <p:cNvGraphicFramePr>
            <a:graphicFrameLocks noGrp="1"/>
          </p:cNvGraphicFramePr>
          <p:nvPr>
            <p:ph idx="1"/>
            <p:extLst>
              <p:ext uri="{D42A27DB-BD31-4B8C-83A1-F6EECF244321}">
                <p14:modId xmlns:p14="http://schemas.microsoft.com/office/powerpoint/2010/main" val="972665557"/>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8" y="327025"/>
            <a:ext cx="3993358" cy="1630363"/>
          </a:xfrm>
        </p:spPr>
        <p:txBody>
          <a:bodyPr anchor="b">
            <a:normAutofit/>
          </a:bodyPr>
          <a:lstStyle/>
          <a:p>
            <a:r>
              <a:rPr lang="en-US" sz="3100"/>
              <a:t>Integration Workflow</a:t>
            </a:r>
          </a:p>
        </p:txBody>
      </p:sp>
      <p:pic>
        <p:nvPicPr>
          <p:cNvPr id="6" name="Picture 5">
            <a:extLst>
              <a:ext uri="{FF2B5EF4-FFF2-40B4-BE49-F238E27FC236}">
                <a16:creationId xmlns:a16="http://schemas.microsoft.com/office/drawing/2014/main" id="{85A2DBAD-E1D3-D4FD-BF64-D9F69C58D28A}"/>
              </a:ext>
            </a:extLst>
          </p:cNvPr>
          <p:cNvPicPr>
            <a:picLocks noChangeAspect="1"/>
          </p:cNvPicPr>
          <p:nvPr/>
        </p:nvPicPr>
        <p:blipFill>
          <a:blip r:embed="rId3"/>
          <a:srcRect l="46475" r="12664" b="-1"/>
          <a:stretch>
            <a:fillRect/>
          </a:stretch>
        </p:blipFill>
        <p:spPr>
          <a:xfrm>
            <a:off x="4474766" y="1"/>
            <a:ext cx="4669234"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21C4BC0D-01D8-12DE-DA82-9474FFE421BE}"/>
              </a:ext>
            </a:extLst>
          </p:cNvPr>
          <p:cNvGraphicFramePr>
            <a:graphicFrameLocks noGrp="1"/>
          </p:cNvGraphicFramePr>
          <p:nvPr>
            <p:ph idx="1"/>
            <p:extLst>
              <p:ext uri="{D42A27DB-BD31-4B8C-83A1-F6EECF244321}">
                <p14:modId xmlns:p14="http://schemas.microsoft.com/office/powerpoint/2010/main" val="4027102926"/>
              </p:ext>
            </p:extLst>
          </p:nvPr>
        </p:nvGraphicFramePr>
        <p:xfrm>
          <a:off x="360759" y="2286001"/>
          <a:ext cx="3993357" cy="39195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96" y="1040837"/>
            <a:ext cx="3566211"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558" y="1029607"/>
            <a:ext cx="3566211"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970" y="934855"/>
            <a:ext cx="3566211"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6776" y="1877492"/>
            <a:ext cx="3022599" cy="3215373"/>
          </a:xfrm>
        </p:spPr>
        <p:txBody>
          <a:bodyPr>
            <a:normAutofit/>
          </a:bodyPr>
          <a:lstStyle/>
          <a:p>
            <a:r>
              <a:rPr lang="en-US" sz="4100">
                <a:solidFill>
                  <a:schemeClr val="bg1"/>
                </a:solidFill>
              </a:rPr>
              <a:t>Results: Performance Metrics</a:t>
            </a:r>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396390" cy="717514"/>
            <a:chOff x="0" y="377893"/>
            <a:chExt cx="1861854" cy="717514"/>
          </a:xfrm>
          <a:solidFill>
            <a:schemeClr val="bg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1393" y="457812"/>
            <a:ext cx="685923"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1393" y="457812"/>
            <a:ext cx="685923"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232" y="4946663"/>
            <a:ext cx="239955"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232" y="4946663"/>
            <a:ext cx="239955"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p:cNvSpPr>
            <a:spLocks noGrp="1"/>
          </p:cNvSpPr>
          <p:nvPr>
            <p:ph idx="1"/>
          </p:nvPr>
        </p:nvSpPr>
        <p:spPr>
          <a:xfrm>
            <a:off x="4676151" y="1130846"/>
            <a:ext cx="3912879" cy="4351338"/>
          </a:xfrm>
        </p:spPr>
        <p:txBody>
          <a:bodyPr>
            <a:normAutofit/>
          </a:bodyPr>
          <a:lstStyle/>
          <a:p>
            <a:pPr>
              <a:defRPr sz="2400"/>
            </a:pPr>
            <a:r>
              <a:rPr lang="en-US" sz="2400">
                <a:solidFill>
                  <a:schemeClr val="bg1"/>
                </a:solidFill>
              </a:rPr>
              <a:t>Latency: ~6.9e-06 seconds for QuickSort (near-instantaneous).</a:t>
            </a:r>
          </a:p>
          <a:p>
            <a:pPr>
              <a:defRPr sz="2400"/>
            </a:pPr>
            <a:r>
              <a:rPr lang="en-US" sz="2400">
                <a:solidFill>
                  <a:schemeClr val="bg1"/>
                </a:solidFill>
              </a:rPr>
              <a:t>Accuracy: 100% for Binary Search on severity lookup.</a:t>
            </a:r>
          </a:p>
          <a:p>
            <a:pPr>
              <a:defRPr sz="2400"/>
            </a:pPr>
            <a:r>
              <a:rPr lang="en-US" sz="2400">
                <a:solidFill>
                  <a:schemeClr val="bg1"/>
                </a:solidFill>
              </a:rPr>
              <a:t>Usability: 4.8/5 average score (clarity, ease of use, readability).</a:t>
            </a:r>
          </a:p>
          <a:p>
            <a:pPr>
              <a:defRPr sz="2400"/>
            </a:pPr>
            <a:r>
              <a:rPr lang="en-US" sz="2400">
                <a:solidFill>
                  <a:schemeClr val="bg1"/>
                </a:solidFill>
              </a:rPr>
              <a:t>System meets functional and acceptance testing criteria.</a:t>
            </a:r>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59174" y="6139464"/>
            <a:ext cx="790849"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pPr>
              <a:lnSpc>
                <a:spcPct val="90000"/>
              </a:lnSpc>
            </a:pPr>
            <a:r>
              <a:rPr lang="en-US" sz="3700"/>
              <a:t>Discussion: Alignment with Literature</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6892536-07BA-F5AA-AB7A-3FBA95F71226}"/>
              </a:ext>
            </a:extLst>
          </p:cNvPr>
          <p:cNvGraphicFramePr>
            <a:graphicFrameLocks noGrp="1"/>
          </p:cNvGraphicFramePr>
          <p:nvPr>
            <p:ph idx="1"/>
            <p:extLst>
              <p:ext uri="{D42A27DB-BD31-4B8C-83A1-F6EECF244321}">
                <p14:modId xmlns:p14="http://schemas.microsoft.com/office/powerpoint/2010/main" val="188217829"/>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rPr lang="en-US"/>
              <a:t>Limitations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6FCE98B3-5EA6-885D-134E-20A19BBFBDC1}"/>
              </a:ext>
            </a:extLst>
          </p:cNvPr>
          <p:cNvGraphicFramePr>
            <a:graphicFrameLocks noGrp="1"/>
          </p:cNvGraphicFramePr>
          <p:nvPr>
            <p:ph idx="1"/>
            <p:extLst>
              <p:ext uri="{D42A27DB-BD31-4B8C-83A1-F6EECF244321}">
                <p14:modId xmlns:p14="http://schemas.microsoft.com/office/powerpoint/2010/main" val="2037476854"/>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Future Work</a:t>
            </a:r>
          </a:p>
        </p:txBody>
      </p:sp>
      <p:sp>
        <p:nvSpPr>
          <p:cNvPr id="3" name="Content Placeholder 2"/>
          <p:cNvSpPr>
            <a:spLocks noGrp="1"/>
          </p:cNvSpPr>
          <p:nvPr>
            <p:ph idx="1"/>
          </p:nvPr>
        </p:nvSpPr>
        <p:spPr>
          <a:xfrm>
            <a:off x="571351" y="2743200"/>
            <a:ext cx="3485179" cy="3613149"/>
          </a:xfrm>
        </p:spPr>
        <p:txBody>
          <a:bodyPr anchor="ctr">
            <a:normAutofit/>
          </a:bodyPr>
          <a:lstStyle/>
          <a:p>
            <a:pPr>
              <a:defRPr sz="2400"/>
            </a:pPr>
            <a:r>
              <a:rPr lang="en-US" sz="1700"/>
              <a:t>Integrate fully trained XGBoost and LSTM models for adaptive detection.</a:t>
            </a:r>
          </a:p>
          <a:p>
            <a:pPr>
              <a:defRPr sz="2400"/>
            </a:pPr>
            <a:r>
              <a:rPr lang="en-US" sz="1700"/>
              <a:t>Implement full SHAP and LIME visualizations for explainability.</a:t>
            </a:r>
          </a:p>
          <a:p>
            <a:pPr>
              <a:defRPr sz="2400"/>
            </a:pPr>
            <a:r>
              <a:rPr lang="en-US" sz="1700"/>
              <a:t>Deploy the framework in a real SOC environment.</a:t>
            </a:r>
          </a:p>
          <a:p>
            <a:pPr>
              <a:defRPr sz="2400"/>
            </a:pPr>
            <a:r>
              <a:rPr lang="en-US" sz="1700"/>
              <a:t>Add adversarial ML defenses and drift monitoring.</a:t>
            </a:r>
          </a:p>
          <a:p>
            <a:pPr>
              <a:defRPr sz="2400"/>
            </a:pPr>
            <a:r>
              <a:rPr lang="en-US" sz="1700"/>
              <a:t>Integrate with SOAR platforms for controlled automation.</a:t>
            </a:r>
          </a:p>
        </p:txBody>
      </p:sp>
      <p:pic>
        <p:nvPicPr>
          <p:cNvPr id="5" name="Picture 4">
            <a:extLst>
              <a:ext uri="{FF2B5EF4-FFF2-40B4-BE49-F238E27FC236}">
                <a16:creationId xmlns:a16="http://schemas.microsoft.com/office/drawing/2014/main" id="{6188EC96-9C26-C79D-7231-D82DFE53D02D}"/>
              </a:ext>
            </a:extLst>
          </p:cNvPr>
          <p:cNvPicPr>
            <a:picLocks noChangeAspect="1"/>
          </p:cNvPicPr>
          <p:nvPr/>
        </p:nvPicPr>
        <p:blipFill>
          <a:blip r:embed="rId3"/>
          <a:srcRect l="36880" r="25578"/>
          <a:stretch>
            <a:fillRect/>
          </a:stretch>
        </p:blipFill>
        <p:spPr>
          <a:xfrm>
            <a:off x="4572000" y="1"/>
            <a:ext cx="4577118"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Key Contributions</a:t>
            </a:r>
          </a:p>
        </p:txBody>
      </p:sp>
      <p:sp>
        <p:nvSpPr>
          <p:cNvPr id="3" name="Content Placeholder 2"/>
          <p:cNvSpPr>
            <a:spLocks noGrp="1"/>
          </p:cNvSpPr>
          <p:nvPr>
            <p:ph idx="1"/>
          </p:nvPr>
        </p:nvSpPr>
        <p:spPr>
          <a:xfrm>
            <a:off x="571350" y="2470244"/>
            <a:ext cx="4000647" cy="3769835"/>
          </a:xfrm>
        </p:spPr>
        <p:txBody>
          <a:bodyPr anchor="ctr">
            <a:normAutofit/>
          </a:bodyPr>
          <a:lstStyle/>
          <a:p>
            <a:pPr>
              <a:defRPr sz="2400"/>
            </a:pPr>
            <a:r>
              <a:rPr lang="en-US" sz="1700"/>
              <a:t>Integrated AI-driven SOC architecture with four layers.</a:t>
            </a:r>
          </a:p>
          <a:p>
            <a:pPr>
              <a:defRPr sz="2400"/>
            </a:pPr>
            <a:r>
              <a:rPr lang="en-US" sz="1700"/>
              <a:t>Deterministic triage using QuickSort and Binary Search.</a:t>
            </a:r>
          </a:p>
          <a:p>
            <a:pPr>
              <a:defRPr sz="2400"/>
            </a:pPr>
            <a:r>
              <a:rPr lang="en-US" sz="1700"/>
              <a:t>Explainability-centered workflow with SHAP/LIME placeholders.</a:t>
            </a:r>
          </a:p>
          <a:p>
            <a:pPr>
              <a:defRPr sz="2400"/>
            </a:pPr>
            <a:r>
              <a:rPr lang="en-US" sz="1700"/>
              <a:t>Governance-aligned response model with human-in-the-loop oversight.</a:t>
            </a:r>
          </a:p>
          <a:p>
            <a:pPr>
              <a:defRPr sz="2400"/>
            </a:pPr>
            <a:r>
              <a:rPr lang="en-US" sz="1700"/>
              <a:t>Practical foundation for future SOC modernization and research.</a:t>
            </a:r>
          </a:p>
        </p:txBody>
      </p:sp>
      <p:pic>
        <p:nvPicPr>
          <p:cNvPr id="5" name="Picture 4">
            <a:extLst>
              <a:ext uri="{FF2B5EF4-FFF2-40B4-BE49-F238E27FC236}">
                <a16:creationId xmlns:a16="http://schemas.microsoft.com/office/drawing/2014/main" id="{4820B882-481F-B283-2A8C-ECC08E5909E9}"/>
              </a:ext>
            </a:extLst>
          </p:cNvPr>
          <p:cNvPicPr>
            <a:picLocks noChangeAspect="1"/>
          </p:cNvPicPr>
          <p:nvPr/>
        </p:nvPicPr>
        <p:blipFill>
          <a:blip r:embed="rId3"/>
          <a:srcRect l="7708" r="59530"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628650" y="365125"/>
            <a:ext cx="4040626" cy="1325563"/>
          </a:xfrm>
        </p:spPr>
        <p:txBody>
          <a:bodyPr>
            <a:normAutofit/>
          </a:bodyPr>
          <a:lstStyle/>
          <a:p>
            <a:pPr>
              <a:lnSpc>
                <a:spcPct val="90000"/>
              </a:lnSpc>
            </a:pPr>
            <a:r>
              <a:rPr lang="en-US" dirty="0"/>
              <a:t>Conclusion</a:t>
            </a:r>
          </a:p>
        </p:txBody>
      </p:sp>
      <p:pic>
        <p:nvPicPr>
          <p:cNvPr id="6" name="Picture 5">
            <a:extLst>
              <a:ext uri="{FF2B5EF4-FFF2-40B4-BE49-F238E27FC236}">
                <a16:creationId xmlns:a16="http://schemas.microsoft.com/office/drawing/2014/main" id="{95B9044B-11E9-DF7D-9A64-105B2A12621B}"/>
              </a:ext>
            </a:extLst>
          </p:cNvPr>
          <p:cNvPicPr>
            <a:picLocks noChangeAspect="1"/>
          </p:cNvPicPr>
          <p:nvPr/>
        </p:nvPicPr>
        <p:blipFill>
          <a:blip r:embed="rId3"/>
          <a:srcRect l="45543" r="8264" b="-1"/>
          <a:stretch>
            <a:fillRect/>
          </a:stretch>
        </p:blipFill>
        <p:spPr>
          <a:xfrm>
            <a:off x="4965970" y="1295416"/>
            <a:ext cx="4178030"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
        <p:nvSpPr>
          <p:cNvPr id="12"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2588" y="1656147"/>
            <a:ext cx="409575"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1054" y="587516"/>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A1D0CC1D-9B93-3CF5-75C4-EB5CE2561661}"/>
              </a:ext>
            </a:extLst>
          </p:cNvPr>
          <p:cNvGraphicFramePr>
            <a:graphicFrameLocks noGrp="1"/>
          </p:cNvGraphicFramePr>
          <p:nvPr>
            <p:ph idx="1"/>
            <p:extLst>
              <p:ext uri="{D42A27DB-BD31-4B8C-83A1-F6EECF244321}">
                <p14:modId xmlns:p14="http://schemas.microsoft.com/office/powerpoint/2010/main" val="3006760700"/>
              </p:ext>
            </p:extLst>
          </p:nvPr>
        </p:nvGraphicFramePr>
        <p:xfrm>
          <a:off x="628650" y="1825625"/>
          <a:ext cx="4040626"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1540</Words>
  <Application>Microsoft Office PowerPoint</Application>
  <PresentationFormat>On-screen Show (4:3)</PresentationFormat>
  <Paragraphs>117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AI-Driven SOC Framework: Threat Detection, Explainability, and Governance</vt:lpstr>
      <vt:lpstr>Agenda</vt:lpstr>
      <vt:lpstr>Background of the Study</vt:lpstr>
      <vt:lpstr>Problem Statement</vt:lpstr>
      <vt:lpstr>Objectives of the Study</vt:lpstr>
      <vt:lpstr>System Architecture Overview</vt:lpstr>
      <vt:lpstr>Core Algorithms: QuickSort and Binary Search</vt:lpstr>
      <vt:lpstr>Backend Implementation</vt:lpstr>
      <vt:lpstr>Integration Workflow</vt:lpstr>
      <vt:lpstr>Results: Performance Metrics</vt:lpstr>
      <vt:lpstr>Discussion: Alignment with Literature</vt:lpstr>
      <vt:lpstr>Limitations</vt:lpstr>
      <vt:lpstr>Future Work</vt:lpstr>
      <vt:lpstr>Key Contributions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Purity Njenga</dc:creator>
  <cp:keywords/>
  <dc:description>generated using python-pptx</dc:description>
  <cp:lastModifiedBy>Purity Njenga</cp:lastModifiedBy>
  <cp:revision>5</cp:revision>
  <dcterms:created xsi:type="dcterms:W3CDTF">2013-01-27T09:14:16Z</dcterms:created>
  <dcterms:modified xsi:type="dcterms:W3CDTF">2026-08-02T19:39:15Z</dcterms:modified>
  <cp:category/>
</cp:coreProperties>
</file>